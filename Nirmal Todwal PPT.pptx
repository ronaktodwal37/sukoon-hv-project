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73" r:id="rId2"/>
    <p:sldId id="270" r:id="rId3"/>
    <p:sldId id="257" r:id="rId4"/>
    <p:sldId id="258" r:id="rId5"/>
    <p:sldId id="271" r:id="rId6"/>
    <p:sldId id="259" r:id="rId7"/>
    <p:sldId id="260" r:id="rId8"/>
    <p:sldId id="261" r:id="rId9"/>
    <p:sldId id="262" r:id="rId10"/>
    <p:sldId id="263" r:id="rId11"/>
    <p:sldId id="264" r:id="rId12"/>
    <p:sldId id="265" r:id="rId13"/>
    <p:sldId id="266" r:id="rId14"/>
    <p:sldId id="267" r:id="rId15"/>
    <p:sldId id="268" r:id="rId16"/>
    <p:sldId id="269" r:id="rId17"/>
    <p:sldId id="272"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F2E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3203" autoAdjust="0"/>
  </p:normalViewPr>
  <p:slideViewPr>
    <p:cSldViewPr snapToGrid="0">
      <p:cViewPr varScale="1">
        <p:scale>
          <a:sx n="77" d="100"/>
          <a:sy n="77" d="100"/>
        </p:scale>
        <p:origin x="912"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rmal Todwal" userId="e5ae0388304f5c09" providerId="LiveId" clId="{73217C41-FC6E-4A08-BB09-7AD396EFB1DF}"/>
    <pc:docChg chg="undo custSel modSld">
      <pc:chgData name="Nirmal Todwal" userId="e5ae0388304f5c09" providerId="LiveId" clId="{73217C41-FC6E-4A08-BB09-7AD396EFB1DF}" dt="2025-05-04T07:28:12.651" v="138" actId="20577"/>
      <pc:docMkLst>
        <pc:docMk/>
      </pc:docMkLst>
      <pc:sldChg chg="modSp mod">
        <pc:chgData name="Nirmal Todwal" userId="e5ae0388304f5c09" providerId="LiveId" clId="{73217C41-FC6E-4A08-BB09-7AD396EFB1DF}" dt="2025-05-04T07:26:38.223" v="65" actId="20577"/>
        <pc:sldMkLst>
          <pc:docMk/>
          <pc:sldMk cId="504553933" sldId="270"/>
        </pc:sldMkLst>
        <pc:spChg chg="mod">
          <ac:chgData name="Nirmal Todwal" userId="e5ae0388304f5c09" providerId="LiveId" clId="{73217C41-FC6E-4A08-BB09-7AD396EFB1DF}" dt="2025-05-04T07:26:38.223" v="65" actId="20577"/>
          <ac:spMkLst>
            <pc:docMk/>
            <pc:sldMk cId="504553933" sldId="270"/>
            <ac:spMk id="3" creationId="{CBA06B58-20BC-8F82-7484-8CE79AF4E9F6}"/>
          </ac:spMkLst>
        </pc:spChg>
      </pc:sldChg>
      <pc:sldChg chg="modSp mod">
        <pc:chgData name="Nirmal Todwal" userId="e5ae0388304f5c09" providerId="LiveId" clId="{73217C41-FC6E-4A08-BB09-7AD396EFB1DF}" dt="2025-05-04T07:28:12.651" v="138" actId="20577"/>
        <pc:sldMkLst>
          <pc:docMk/>
          <pc:sldMk cId="1622083679" sldId="273"/>
        </pc:sldMkLst>
        <pc:spChg chg="mod">
          <ac:chgData name="Nirmal Todwal" userId="e5ae0388304f5c09" providerId="LiveId" clId="{73217C41-FC6E-4A08-BB09-7AD396EFB1DF}" dt="2025-05-04T07:27:28.812" v="112" actId="20577"/>
          <ac:spMkLst>
            <pc:docMk/>
            <pc:sldMk cId="1622083679" sldId="273"/>
            <ac:spMk id="6" creationId="{2F46D5F3-3409-FF0B-4416-C8273AD01EB5}"/>
          </ac:spMkLst>
        </pc:spChg>
        <pc:spChg chg="mod">
          <ac:chgData name="Nirmal Todwal" userId="e5ae0388304f5c09" providerId="LiveId" clId="{73217C41-FC6E-4A08-BB09-7AD396EFB1DF}" dt="2025-05-04T07:28:12.651" v="138" actId="20577"/>
          <ac:spMkLst>
            <pc:docMk/>
            <pc:sldMk cId="1622083679" sldId="273"/>
            <ac:spMk id="7" creationId="{D84CD2A4-3176-4A50-A6E3-0EEE4A71CFC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BEEDB5B-858A-4581-B350-8A5ADA5B57DA}" type="datetimeFigureOut">
              <a:rPr lang="en-IN" smtClean="0"/>
              <a:t>20-12-2025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A51AAA5-BA93-4E6C-A61F-B18B84030E84}" type="slidenum">
              <a:rPr lang="en-IN" smtClean="0"/>
              <a:t>‹#›</a:t>
            </a:fld>
            <a:endParaRPr lang="en-IN"/>
          </a:p>
        </p:txBody>
      </p:sp>
    </p:spTree>
    <p:extLst>
      <p:ext uri="{BB962C8B-B14F-4D97-AF65-F5344CB8AC3E}">
        <p14:creationId xmlns:p14="http://schemas.microsoft.com/office/powerpoint/2010/main" val="25196425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A51AAA5-BA93-4E6C-A61F-B18B84030E84}" type="slidenum">
              <a:rPr lang="en-IN" smtClean="0"/>
              <a:t>8</a:t>
            </a:fld>
            <a:endParaRPr lang="en-IN"/>
          </a:p>
        </p:txBody>
      </p:sp>
    </p:spTree>
    <p:extLst>
      <p:ext uri="{BB962C8B-B14F-4D97-AF65-F5344CB8AC3E}">
        <p14:creationId xmlns:p14="http://schemas.microsoft.com/office/powerpoint/2010/main" val="12625596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6AC579-136D-F2F6-E7D2-E07F1F7743D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4F6C0F9-06A4-D2A6-0E9D-8750284A9AB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0DD6133-4399-273B-E7E7-6390E49EB7EA}"/>
              </a:ext>
            </a:extLst>
          </p:cNvPr>
          <p:cNvSpPr>
            <a:spLocks noGrp="1"/>
          </p:cNvSpPr>
          <p:nvPr>
            <p:ph type="dt" sz="half" idx="10"/>
          </p:nvPr>
        </p:nvSpPr>
        <p:spPr/>
        <p:txBody>
          <a:bodyPr/>
          <a:lstStyle/>
          <a:p>
            <a:fld id="{0C705213-B731-4F98-A646-53E5AB48D399}" type="datetimeFigureOut">
              <a:rPr lang="en-IN" smtClean="0"/>
              <a:t>20-12-2025</a:t>
            </a:fld>
            <a:endParaRPr lang="en-IN"/>
          </a:p>
        </p:txBody>
      </p:sp>
      <p:sp>
        <p:nvSpPr>
          <p:cNvPr id="5" name="Footer Placeholder 4">
            <a:extLst>
              <a:ext uri="{FF2B5EF4-FFF2-40B4-BE49-F238E27FC236}">
                <a16:creationId xmlns:a16="http://schemas.microsoft.com/office/drawing/2014/main" id="{64BFC8F6-1DF4-0CCD-7E0C-98CFD689E87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B48FC08-A309-4CCE-39A7-5BE6E662986F}"/>
              </a:ext>
            </a:extLst>
          </p:cNvPr>
          <p:cNvSpPr>
            <a:spLocks noGrp="1"/>
          </p:cNvSpPr>
          <p:nvPr>
            <p:ph type="sldNum" sz="quarter" idx="12"/>
          </p:nvPr>
        </p:nvSpPr>
        <p:spPr/>
        <p:txBody>
          <a:bodyPr/>
          <a:lstStyle/>
          <a:p>
            <a:fld id="{E46D1624-66B5-49A3-81D9-F98F65103792}" type="slidenum">
              <a:rPr lang="en-IN" smtClean="0"/>
              <a:t>‹#›</a:t>
            </a:fld>
            <a:endParaRPr lang="en-IN"/>
          </a:p>
        </p:txBody>
      </p:sp>
    </p:spTree>
    <p:extLst>
      <p:ext uri="{BB962C8B-B14F-4D97-AF65-F5344CB8AC3E}">
        <p14:creationId xmlns:p14="http://schemas.microsoft.com/office/powerpoint/2010/main" val="29640114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2E182B-033A-AF0F-3B51-099DB068830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4FAC6D1-90E8-44CD-33C8-6413BAD38C0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FEA9881-025F-7FA8-D5B3-3EDDF9732BB8}"/>
              </a:ext>
            </a:extLst>
          </p:cNvPr>
          <p:cNvSpPr>
            <a:spLocks noGrp="1"/>
          </p:cNvSpPr>
          <p:nvPr>
            <p:ph type="dt" sz="half" idx="10"/>
          </p:nvPr>
        </p:nvSpPr>
        <p:spPr/>
        <p:txBody>
          <a:bodyPr/>
          <a:lstStyle/>
          <a:p>
            <a:fld id="{0C705213-B731-4F98-A646-53E5AB48D399}" type="datetimeFigureOut">
              <a:rPr lang="en-IN" smtClean="0"/>
              <a:t>20-12-2025</a:t>
            </a:fld>
            <a:endParaRPr lang="en-IN"/>
          </a:p>
        </p:txBody>
      </p:sp>
      <p:sp>
        <p:nvSpPr>
          <p:cNvPr id="5" name="Footer Placeholder 4">
            <a:extLst>
              <a:ext uri="{FF2B5EF4-FFF2-40B4-BE49-F238E27FC236}">
                <a16:creationId xmlns:a16="http://schemas.microsoft.com/office/drawing/2014/main" id="{EA4F2C1D-DB55-AF17-DFBE-D05773ADD19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1D88A7A-2FC1-9AE2-DADC-29DF3162BF8E}"/>
              </a:ext>
            </a:extLst>
          </p:cNvPr>
          <p:cNvSpPr>
            <a:spLocks noGrp="1"/>
          </p:cNvSpPr>
          <p:nvPr>
            <p:ph type="sldNum" sz="quarter" idx="12"/>
          </p:nvPr>
        </p:nvSpPr>
        <p:spPr/>
        <p:txBody>
          <a:bodyPr/>
          <a:lstStyle/>
          <a:p>
            <a:fld id="{E46D1624-66B5-49A3-81D9-F98F65103792}" type="slidenum">
              <a:rPr lang="en-IN" smtClean="0"/>
              <a:t>‹#›</a:t>
            </a:fld>
            <a:endParaRPr lang="en-IN"/>
          </a:p>
        </p:txBody>
      </p:sp>
    </p:spTree>
    <p:extLst>
      <p:ext uri="{BB962C8B-B14F-4D97-AF65-F5344CB8AC3E}">
        <p14:creationId xmlns:p14="http://schemas.microsoft.com/office/powerpoint/2010/main" val="23035028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4E3440-654C-B725-14EA-EF299088A24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48D2996-087E-697C-BE78-E4D1D1F0B69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AD58468-B15D-FCFE-1CAB-DC9CE5F65ACE}"/>
              </a:ext>
            </a:extLst>
          </p:cNvPr>
          <p:cNvSpPr>
            <a:spLocks noGrp="1"/>
          </p:cNvSpPr>
          <p:nvPr>
            <p:ph type="dt" sz="half" idx="10"/>
          </p:nvPr>
        </p:nvSpPr>
        <p:spPr/>
        <p:txBody>
          <a:bodyPr/>
          <a:lstStyle/>
          <a:p>
            <a:fld id="{0C705213-B731-4F98-A646-53E5AB48D399}" type="datetimeFigureOut">
              <a:rPr lang="en-IN" smtClean="0"/>
              <a:t>20-12-2025</a:t>
            </a:fld>
            <a:endParaRPr lang="en-IN"/>
          </a:p>
        </p:txBody>
      </p:sp>
      <p:sp>
        <p:nvSpPr>
          <p:cNvPr id="5" name="Footer Placeholder 4">
            <a:extLst>
              <a:ext uri="{FF2B5EF4-FFF2-40B4-BE49-F238E27FC236}">
                <a16:creationId xmlns:a16="http://schemas.microsoft.com/office/drawing/2014/main" id="{494436FC-1053-2005-E5A3-9838EFC25E7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B9C1B62-151A-2706-ED7B-1CF8ABF9006A}"/>
              </a:ext>
            </a:extLst>
          </p:cNvPr>
          <p:cNvSpPr>
            <a:spLocks noGrp="1"/>
          </p:cNvSpPr>
          <p:nvPr>
            <p:ph type="sldNum" sz="quarter" idx="12"/>
          </p:nvPr>
        </p:nvSpPr>
        <p:spPr/>
        <p:txBody>
          <a:bodyPr/>
          <a:lstStyle/>
          <a:p>
            <a:fld id="{E46D1624-66B5-49A3-81D9-F98F65103792}" type="slidenum">
              <a:rPr lang="en-IN" smtClean="0"/>
              <a:t>‹#›</a:t>
            </a:fld>
            <a:endParaRPr lang="en-IN"/>
          </a:p>
        </p:txBody>
      </p:sp>
    </p:spTree>
    <p:extLst>
      <p:ext uri="{BB962C8B-B14F-4D97-AF65-F5344CB8AC3E}">
        <p14:creationId xmlns:p14="http://schemas.microsoft.com/office/powerpoint/2010/main" val="11565175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512119-6C6F-0FD9-6F68-8A39ECF3F02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9D0B1D3-C12B-67ED-5B37-CD2AEDC4FA9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1B07F3A-B9CA-4B59-FAAC-236655C35AD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5B57463-7CBA-E416-298F-BB5B8585AD6C}"/>
              </a:ext>
            </a:extLst>
          </p:cNvPr>
          <p:cNvSpPr>
            <a:spLocks noGrp="1"/>
          </p:cNvSpPr>
          <p:nvPr>
            <p:ph type="dt" sz="half" idx="10"/>
          </p:nvPr>
        </p:nvSpPr>
        <p:spPr/>
        <p:txBody>
          <a:bodyPr/>
          <a:lstStyle/>
          <a:p>
            <a:fld id="{0C705213-B731-4F98-A646-53E5AB48D399}" type="datetimeFigureOut">
              <a:rPr lang="en-IN" smtClean="0"/>
              <a:t>20-12-2025</a:t>
            </a:fld>
            <a:endParaRPr lang="en-IN"/>
          </a:p>
        </p:txBody>
      </p:sp>
      <p:sp>
        <p:nvSpPr>
          <p:cNvPr id="6" name="Footer Placeholder 5">
            <a:extLst>
              <a:ext uri="{FF2B5EF4-FFF2-40B4-BE49-F238E27FC236}">
                <a16:creationId xmlns:a16="http://schemas.microsoft.com/office/drawing/2014/main" id="{4C49E378-96A5-110A-EEA6-564C458FF74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D27A54F-B317-478A-E9D8-D4D132DEA7CD}"/>
              </a:ext>
            </a:extLst>
          </p:cNvPr>
          <p:cNvSpPr>
            <a:spLocks noGrp="1"/>
          </p:cNvSpPr>
          <p:nvPr>
            <p:ph type="sldNum" sz="quarter" idx="12"/>
          </p:nvPr>
        </p:nvSpPr>
        <p:spPr/>
        <p:txBody>
          <a:bodyPr/>
          <a:lstStyle/>
          <a:p>
            <a:fld id="{E46D1624-66B5-49A3-81D9-F98F65103792}" type="slidenum">
              <a:rPr lang="en-IN" smtClean="0"/>
              <a:t>‹#›</a:t>
            </a:fld>
            <a:endParaRPr lang="en-IN"/>
          </a:p>
        </p:txBody>
      </p:sp>
    </p:spTree>
    <p:extLst>
      <p:ext uri="{BB962C8B-B14F-4D97-AF65-F5344CB8AC3E}">
        <p14:creationId xmlns:p14="http://schemas.microsoft.com/office/powerpoint/2010/main" val="34543646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1B586A-A4B5-E1DC-1AAF-1F6C98101CF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72E14BE-ECA9-83A6-6FAA-0CDA02E52E7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ED0B5D9-545B-3E41-9C43-DE2A2D53B7F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1AABB80-6F4A-E2A3-56B9-92A5A2BAA6F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8937D1F-59AF-20E3-31C3-2EE90D95EE5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C56C01E-C88F-39EA-C66F-B5C59AEBADB4}"/>
              </a:ext>
            </a:extLst>
          </p:cNvPr>
          <p:cNvSpPr>
            <a:spLocks noGrp="1"/>
          </p:cNvSpPr>
          <p:nvPr>
            <p:ph type="dt" sz="half" idx="10"/>
          </p:nvPr>
        </p:nvSpPr>
        <p:spPr/>
        <p:txBody>
          <a:bodyPr/>
          <a:lstStyle/>
          <a:p>
            <a:fld id="{0C705213-B731-4F98-A646-53E5AB48D399}" type="datetimeFigureOut">
              <a:rPr lang="en-IN" smtClean="0"/>
              <a:t>20-12-2025</a:t>
            </a:fld>
            <a:endParaRPr lang="en-IN"/>
          </a:p>
        </p:txBody>
      </p:sp>
      <p:sp>
        <p:nvSpPr>
          <p:cNvPr id="8" name="Footer Placeholder 7">
            <a:extLst>
              <a:ext uri="{FF2B5EF4-FFF2-40B4-BE49-F238E27FC236}">
                <a16:creationId xmlns:a16="http://schemas.microsoft.com/office/drawing/2014/main" id="{1A840591-C3DE-E1AC-A80D-9065D04EEAD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F801A36F-ED03-51B0-28BC-557DE0D143A7}"/>
              </a:ext>
            </a:extLst>
          </p:cNvPr>
          <p:cNvSpPr>
            <a:spLocks noGrp="1"/>
          </p:cNvSpPr>
          <p:nvPr>
            <p:ph type="sldNum" sz="quarter" idx="12"/>
          </p:nvPr>
        </p:nvSpPr>
        <p:spPr/>
        <p:txBody>
          <a:bodyPr/>
          <a:lstStyle/>
          <a:p>
            <a:fld id="{E46D1624-66B5-49A3-81D9-F98F65103792}" type="slidenum">
              <a:rPr lang="en-IN" smtClean="0"/>
              <a:t>‹#›</a:t>
            </a:fld>
            <a:endParaRPr lang="en-IN"/>
          </a:p>
        </p:txBody>
      </p:sp>
    </p:spTree>
    <p:extLst>
      <p:ext uri="{BB962C8B-B14F-4D97-AF65-F5344CB8AC3E}">
        <p14:creationId xmlns:p14="http://schemas.microsoft.com/office/powerpoint/2010/main" val="8136495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B9526C-7DA9-0BDC-947A-7D02B65C81F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8D53F96-788C-014D-F055-7A789BBD2C58}"/>
              </a:ext>
            </a:extLst>
          </p:cNvPr>
          <p:cNvSpPr>
            <a:spLocks noGrp="1"/>
          </p:cNvSpPr>
          <p:nvPr>
            <p:ph type="dt" sz="half" idx="10"/>
          </p:nvPr>
        </p:nvSpPr>
        <p:spPr/>
        <p:txBody>
          <a:bodyPr/>
          <a:lstStyle/>
          <a:p>
            <a:fld id="{0C705213-B731-4F98-A646-53E5AB48D399}" type="datetimeFigureOut">
              <a:rPr lang="en-IN" smtClean="0"/>
              <a:t>20-12-2025</a:t>
            </a:fld>
            <a:endParaRPr lang="en-IN"/>
          </a:p>
        </p:txBody>
      </p:sp>
      <p:sp>
        <p:nvSpPr>
          <p:cNvPr id="4" name="Footer Placeholder 3">
            <a:extLst>
              <a:ext uri="{FF2B5EF4-FFF2-40B4-BE49-F238E27FC236}">
                <a16:creationId xmlns:a16="http://schemas.microsoft.com/office/drawing/2014/main" id="{BD3D43E6-8731-F9F1-9DF1-D1A543BDEA1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79DFD7E-7881-CFDD-D05A-5473215488FC}"/>
              </a:ext>
            </a:extLst>
          </p:cNvPr>
          <p:cNvSpPr>
            <a:spLocks noGrp="1"/>
          </p:cNvSpPr>
          <p:nvPr>
            <p:ph type="sldNum" sz="quarter" idx="12"/>
          </p:nvPr>
        </p:nvSpPr>
        <p:spPr/>
        <p:txBody>
          <a:bodyPr/>
          <a:lstStyle/>
          <a:p>
            <a:fld id="{E46D1624-66B5-49A3-81D9-F98F65103792}" type="slidenum">
              <a:rPr lang="en-IN" smtClean="0"/>
              <a:t>‹#›</a:t>
            </a:fld>
            <a:endParaRPr lang="en-IN"/>
          </a:p>
        </p:txBody>
      </p:sp>
    </p:spTree>
    <p:extLst>
      <p:ext uri="{BB962C8B-B14F-4D97-AF65-F5344CB8AC3E}">
        <p14:creationId xmlns:p14="http://schemas.microsoft.com/office/powerpoint/2010/main" val="1546509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4D4E47-C8F9-5AC9-491D-C601F5BCD81B}"/>
              </a:ext>
            </a:extLst>
          </p:cNvPr>
          <p:cNvSpPr>
            <a:spLocks noGrp="1"/>
          </p:cNvSpPr>
          <p:nvPr>
            <p:ph type="dt" sz="half" idx="10"/>
          </p:nvPr>
        </p:nvSpPr>
        <p:spPr/>
        <p:txBody>
          <a:bodyPr/>
          <a:lstStyle/>
          <a:p>
            <a:fld id="{0C705213-B731-4F98-A646-53E5AB48D399}" type="datetimeFigureOut">
              <a:rPr lang="en-IN" smtClean="0"/>
              <a:t>20-12-2025</a:t>
            </a:fld>
            <a:endParaRPr lang="en-IN"/>
          </a:p>
        </p:txBody>
      </p:sp>
      <p:sp>
        <p:nvSpPr>
          <p:cNvPr id="3" name="Footer Placeholder 2">
            <a:extLst>
              <a:ext uri="{FF2B5EF4-FFF2-40B4-BE49-F238E27FC236}">
                <a16:creationId xmlns:a16="http://schemas.microsoft.com/office/drawing/2014/main" id="{3B068A02-85CC-0321-61DD-3A2A9C167CC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CFFA923-D88C-9912-306B-1F369AD17864}"/>
              </a:ext>
            </a:extLst>
          </p:cNvPr>
          <p:cNvSpPr>
            <a:spLocks noGrp="1"/>
          </p:cNvSpPr>
          <p:nvPr>
            <p:ph type="sldNum" sz="quarter" idx="12"/>
          </p:nvPr>
        </p:nvSpPr>
        <p:spPr/>
        <p:txBody>
          <a:bodyPr/>
          <a:lstStyle/>
          <a:p>
            <a:fld id="{E46D1624-66B5-49A3-81D9-F98F65103792}" type="slidenum">
              <a:rPr lang="en-IN" smtClean="0"/>
              <a:t>‹#›</a:t>
            </a:fld>
            <a:endParaRPr lang="en-IN"/>
          </a:p>
        </p:txBody>
      </p:sp>
    </p:spTree>
    <p:extLst>
      <p:ext uri="{BB962C8B-B14F-4D97-AF65-F5344CB8AC3E}">
        <p14:creationId xmlns:p14="http://schemas.microsoft.com/office/powerpoint/2010/main" val="2207631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F37A64-BAF9-BD72-AA15-72D86769312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237339B-69A8-60BF-270F-10CEA0F856D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3C4DC1A-7C50-A423-9C35-4ED8A508581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00574F2-281F-3486-9768-427A3576B5EF}"/>
              </a:ext>
            </a:extLst>
          </p:cNvPr>
          <p:cNvSpPr>
            <a:spLocks noGrp="1"/>
          </p:cNvSpPr>
          <p:nvPr>
            <p:ph type="dt" sz="half" idx="10"/>
          </p:nvPr>
        </p:nvSpPr>
        <p:spPr/>
        <p:txBody>
          <a:bodyPr/>
          <a:lstStyle/>
          <a:p>
            <a:fld id="{0C705213-B731-4F98-A646-53E5AB48D399}" type="datetimeFigureOut">
              <a:rPr lang="en-IN" smtClean="0"/>
              <a:t>20-12-2025</a:t>
            </a:fld>
            <a:endParaRPr lang="en-IN"/>
          </a:p>
        </p:txBody>
      </p:sp>
      <p:sp>
        <p:nvSpPr>
          <p:cNvPr id="6" name="Footer Placeholder 5">
            <a:extLst>
              <a:ext uri="{FF2B5EF4-FFF2-40B4-BE49-F238E27FC236}">
                <a16:creationId xmlns:a16="http://schemas.microsoft.com/office/drawing/2014/main" id="{78DBB706-F638-E3F6-7225-B057575097D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97B02EF-075F-CBAA-4ED6-506835CC5DD0}"/>
              </a:ext>
            </a:extLst>
          </p:cNvPr>
          <p:cNvSpPr>
            <a:spLocks noGrp="1"/>
          </p:cNvSpPr>
          <p:nvPr>
            <p:ph type="sldNum" sz="quarter" idx="12"/>
          </p:nvPr>
        </p:nvSpPr>
        <p:spPr/>
        <p:txBody>
          <a:bodyPr/>
          <a:lstStyle/>
          <a:p>
            <a:fld id="{E46D1624-66B5-49A3-81D9-F98F65103792}" type="slidenum">
              <a:rPr lang="en-IN" smtClean="0"/>
              <a:t>‹#›</a:t>
            </a:fld>
            <a:endParaRPr lang="en-IN"/>
          </a:p>
        </p:txBody>
      </p:sp>
    </p:spTree>
    <p:extLst>
      <p:ext uri="{BB962C8B-B14F-4D97-AF65-F5344CB8AC3E}">
        <p14:creationId xmlns:p14="http://schemas.microsoft.com/office/powerpoint/2010/main" val="25094186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158876-F47F-FDE1-8099-87F9BCC8723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489E6A2-94C2-8786-F2A1-946CFCAEB25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7F864633-96C1-D3BE-8514-6EAB8AFAAC3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2419298-135A-377B-EC65-226024118748}"/>
              </a:ext>
            </a:extLst>
          </p:cNvPr>
          <p:cNvSpPr>
            <a:spLocks noGrp="1"/>
          </p:cNvSpPr>
          <p:nvPr>
            <p:ph type="dt" sz="half" idx="10"/>
          </p:nvPr>
        </p:nvSpPr>
        <p:spPr/>
        <p:txBody>
          <a:bodyPr/>
          <a:lstStyle/>
          <a:p>
            <a:fld id="{0C705213-B731-4F98-A646-53E5AB48D399}" type="datetimeFigureOut">
              <a:rPr lang="en-IN" smtClean="0"/>
              <a:t>20-12-2025</a:t>
            </a:fld>
            <a:endParaRPr lang="en-IN"/>
          </a:p>
        </p:txBody>
      </p:sp>
      <p:sp>
        <p:nvSpPr>
          <p:cNvPr id="6" name="Footer Placeholder 5">
            <a:extLst>
              <a:ext uri="{FF2B5EF4-FFF2-40B4-BE49-F238E27FC236}">
                <a16:creationId xmlns:a16="http://schemas.microsoft.com/office/drawing/2014/main" id="{8FBEE238-8459-8D66-C7AB-078A8AF1901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6370C89-137A-7AA1-A4FD-F9E89DBD4A2A}"/>
              </a:ext>
            </a:extLst>
          </p:cNvPr>
          <p:cNvSpPr>
            <a:spLocks noGrp="1"/>
          </p:cNvSpPr>
          <p:nvPr>
            <p:ph type="sldNum" sz="quarter" idx="12"/>
          </p:nvPr>
        </p:nvSpPr>
        <p:spPr/>
        <p:txBody>
          <a:bodyPr/>
          <a:lstStyle/>
          <a:p>
            <a:fld id="{E46D1624-66B5-49A3-81D9-F98F65103792}" type="slidenum">
              <a:rPr lang="en-IN" smtClean="0"/>
              <a:t>‹#›</a:t>
            </a:fld>
            <a:endParaRPr lang="en-IN"/>
          </a:p>
        </p:txBody>
      </p:sp>
    </p:spTree>
    <p:extLst>
      <p:ext uri="{BB962C8B-B14F-4D97-AF65-F5344CB8AC3E}">
        <p14:creationId xmlns:p14="http://schemas.microsoft.com/office/powerpoint/2010/main" val="4667157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32F3C1-BB3F-75F4-90FC-1C910000AED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BF9460D-DBB4-D619-7A30-0AA29A929AA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4A51483-F0B8-9694-99FA-98D458EE5832}"/>
              </a:ext>
            </a:extLst>
          </p:cNvPr>
          <p:cNvSpPr>
            <a:spLocks noGrp="1"/>
          </p:cNvSpPr>
          <p:nvPr>
            <p:ph type="dt" sz="half" idx="10"/>
          </p:nvPr>
        </p:nvSpPr>
        <p:spPr/>
        <p:txBody>
          <a:bodyPr/>
          <a:lstStyle/>
          <a:p>
            <a:fld id="{0C705213-B731-4F98-A646-53E5AB48D399}" type="datetimeFigureOut">
              <a:rPr lang="en-IN" smtClean="0"/>
              <a:t>20-12-2025</a:t>
            </a:fld>
            <a:endParaRPr lang="en-IN"/>
          </a:p>
        </p:txBody>
      </p:sp>
      <p:sp>
        <p:nvSpPr>
          <p:cNvPr id="5" name="Footer Placeholder 4">
            <a:extLst>
              <a:ext uri="{FF2B5EF4-FFF2-40B4-BE49-F238E27FC236}">
                <a16:creationId xmlns:a16="http://schemas.microsoft.com/office/drawing/2014/main" id="{0C98E5D9-3B99-1D1E-1D4F-5699015538E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2AD3CBF-88BD-3690-F7B5-FF1CB94ED7E3}"/>
              </a:ext>
            </a:extLst>
          </p:cNvPr>
          <p:cNvSpPr>
            <a:spLocks noGrp="1"/>
          </p:cNvSpPr>
          <p:nvPr>
            <p:ph type="sldNum" sz="quarter" idx="12"/>
          </p:nvPr>
        </p:nvSpPr>
        <p:spPr/>
        <p:txBody>
          <a:bodyPr/>
          <a:lstStyle/>
          <a:p>
            <a:fld id="{E46D1624-66B5-49A3-81D9-F98F65103792}" type="slidenum">
              <a:rPr lang="en-IN" smtClean="0"/>
              <a:t>‹#›</a:t>
            </a:fld>
            <a:endParaRPr lang="en-IN"/>
          </a:p>
        </p:txBody>
      </p:sp>
    </p:spTree>
    <p:extLst>
      <p:ext uri="{BB962C8B-B14F-4D97-AF65-F5344CB8AC3E}">
        <p14:creationId xmlns:p14="http://schemas.microsoft.com/office/powerpoint/2010/main" val="22305215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F82CA1E-7209-53D4-C805-9FBA04A08AC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C826CA7-163A-F4B3-8DD3-3BA6E9E80F4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6C02E79-AF09-D080-9EE4-836C0A7D443D}"/>
              </a:ext>
            </a:extLst>
          </p:cNvPr>
          <p:cNvSpPr>
            <a:spLocks noGrp="1"/>
          </p:cNvSpPr>
          <p:nvPr>
            <p:ph type="dt" sz="half" idx="10"/>
          </p:nvPr>
        </p:nvSpPr>
        <p:spPr/>
        <p:txBody>
          <a:bodyPr/>
          <a:lstStyle/>
          <a:p>
            <a:fld id="{0C705213-B731-4F98-A646-53E5AB48D399}" type="datetimeFigureOut">
              <a:rPr lang="en-IN" smtClean="0"/>
              <a:t>20-12-2025</a:t>
            </a:fld>
            <a:endParaRPr lang="en-IN"/>
          </a:p>
        </p:txBody>
      </p:sp>
      <p:sp>
        <p:nvSpPr>
          <p:cNvPr id="5" name="Footer Placeholder 4">
            <a:extLst>
              <a:ext uri="{FF2B5EF4-FFF2-40B4-BE49-F238E27FC236}">
                <a16:creationId xmlns:a16="http://schemas.microsoft.com/office/drawing/2014/main" id="{376C8828-8F7C-DAEF-C81C-AF6C40D235C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0923A66-815F-E0D3-B04E-8AAE1AAFA7C5}"/>
              </a:ext>
            </a:extLst>
          </p:cNvPr>
          <p:cNvSpPr>
            <a:spLocks noGrp="1"/>
          </p:cNvSpPr>
          <p:nvPr>
            <p:ph type="sldNum" sz="quarter" idx="12"/>
          </p:nvPr>
        </p:nvSpPr>
        <p:spPr/>
        <p:txBody>
          <a:bodyPr/>
          <a:lstStyle/>
          <a:p>
            <a:fld id="{E46D1624-66B5-49A3-81D9-F98F65103792}" type="slidenum">
              <a:rPr lang="en-IN" smtClean="0"/>
              <a:t>‹#›</a:t>
            </a:fld>
            <a:endParaRPr lang="en-IN"/>
          </a:p>
        </p:txBody>
      </p:sp>
    </p:spTree>
    <p:extLst>
      <p:ext uri="{BB962C8B-B14F-4D97-AF65-F5344CB8AC3E}">
        <p14:creationId xmlns:p14="http://schemas.microsoft.com/office/powerpoint/2010/main" val="12777953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A98411D-87C5-E3DC-359C-98798F02E43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AEBABB3-2FC8-1BE6-F97C-3C69E1D0A0D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FBD96E5-BC3A-88C6-2773-DE9A9E0E210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C705213-B731-4F98-A646-53E5AB48D399}" type="datetimeFigureOut">
              <a:rPr lang="en-IN" smtClean="0"/>
              <a:t>20-12-2025</a:t>
            </a:fld>
            <a:endParaRPr lang="en-IN"/>
          </a:p>
        </p:txBody>
      </p:sp>
      <p:sp>
        <p:nvSpPr>
          <p:cNvPr id="5" name="Footer Placeholder 4">
            <a:extLst>
              <a:ext uri="{FF2B5EF4-FFF2-40B4-BE49-F238E27FC236}">
                <a16:creationId xmlns:a16="http://schemas.microsoft.com/office/drawing/2014/main" id="{3DB4A6B5-716F-FD6B-6965-F1308810279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EC4FF0E7-3CB0-E46F-74CA-C24B70DA79F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46D1624-66B5-49A3-81D9-F98F65103792}" type="slidenum">
              <a:rPr lang="en-IN" smtClean="0"/>
              <a:t>‹#›</a:t>
            </a:fld>
            <a:endParaRPr lang="en-IN"/>
          </a:p>
        </p:txBody>
      </p:sp>
    </p:spTree>
    <p:extLst>
      <p:ext uri="{BB962C8B-B14F-4D97-AF65-F5344CB8AC3E}">
        <p14:creationId xmlns:p14="http://schemas.microsoft.com/office/powerpoint/2010/main" val="13363127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1B56A10-6772-F0DD-73EE-0ED10831589C}"/>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1955" t="1202" r="2082" b="2990"/>
          <a:stretch/>
        </p:blipFill>
        <p:spPr>
          <a:xfrm>
            <a:off x="0" y="0"/>
            <a:ext cx="12192000" cy="6858000"/>
          </a:xfrm>
        </p:spPr>
      </p:pic>
      <p:sp>
        <p:nvSpPr>
          <p:cNvPr id="2" name="Rectangle 1">
            <a:extLst>
              <a:ext uri="{FF2B5EF4-FFF2-40B4-BE49-F238E27FC236}">
                <a16:creationId xmlns:a16="http://schemas.microsoft.com/office/drawing/2014/main" id="{31D943AA-C0E1-0B92-FA54-5BA59FF4BE4D}"/>
              </a:ext>
            </a:extLst>
          </p:cNvPr>
          <p:cNvSpPr/>
          <p:nvPr/>
        </p:nvSpPr>
        <p:spPr>
          <a:xfrm>
            <a:off x="9293087" y="4959626"/>
            <a:ext cx="2643809" cy="1798983"/>
          </a:xfrm>
          <a:prstGeom prst="rect">
            <a:avLst/>
          </a:prstGeom>
          <a:solidFill>
            <a:srgbClr val="F5F2ED"/>
          </a:solidFill>
          <a:ln>
            <a:solidFill>
              <a:srgbClr val="F5F2ED"/>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ln w="0"/>
              <a:solidFill>
                <a:schemeClr val="tx1"/>
              </a:solidFill>
              <a:effectLst>
                <a:outerShdw blurRad="38100" dist="19050" dir="2700000" algn="tl" rotWithShape="0">
                  <a:schemeClr val="dk1">
                    <a:alpha val="40000"/>
                  </a:schemeClr>
                </a:outerShdw>
              </a:effectLst>
            </a:endParaRPr>
          </a:p>
        </p:txBody>
      </p:sp>
      <p:sp>
        <p:nvSpPr>
          <p:cNvPr id="6" name="TextBox 5">
            <a:extLst>
              <a:ext uri="{FF2B5EF4-FFF2-40B4-BE49-F238E27FC236}">
                <a16:creationId xmlns:a16="http://schemas.microsoft.com/office/drawing/2014/main" id="{2F46D5F3-3409-FF0B-4416-C8273AD01EB5}"/>
              </a:ext>
            </a:extLst>
          </p:cNvPr>
          <p:cNvSpPr txBox="1"/>
          <p:nvPr/>
        </p:nvSpPr>
        <p:spPr>
          <a:xfrm>
            <a:off x="10356573" y="5209114"/>
            <a:ext cx="3021496" cy="2585323"/>
          </a:xfrm>
          <a:prstGeom prst="rect">
            <a:avLst/>
          </a:prstGeom>
          <a:noFill/>
        </p:spPr>
        <p:txBody>
          <a:bodyPr wrap="square" rtlCol="0">
            <a:spAutoFit/>
          </a:bodyPr>
          <a:lstStyle/>
          <a:p>
            <a:r>
              <a:rPr lang="en-US" dirty="0"/>
              <a:t>Presented By:</a:t>
            </a:r>
          </a:p>
          <a:p>
            <a:r>
              <a:rPr lang="en-US" dirty="0"/>
              <a:t>Nirmal Todwal</a:t>
            </a:r>
          </a:p>
          <a:p>
            <a:r>
              <a:rPr lang="en-US" dirty="0"/>
              <a:t>Avisha Goyal</a:t>
            </a:r>
          </a:p>
          <a:p>
            <a:r>
              <a:rPr lang="en-US" dirty="0"/>
              <a:t>Samyak Jain</a:t>
            </a:r>
          </a:p>
          <a:p>
            <a:r>
              <a:rPr lang="en-US" dirty="0"/>
              <a:t>Sahil Rochwani</a:t>
            </a:r>
          </a:p>
          <a:p>
            <a:r>
              <a:rPr lang="en-US" dirty="0"/>
              <a:t> </a:t>
            </a:r>
          </a:p>
          <a:p>
            <a:r>
              <a:rPr lang="en-US" dirty="0"/>
              <a:t> </a:t>
            </a:r>
          </a:p>
          <a:p>
            <a:r>
              <a:rPr lang="en-US" dirty="0"/>
              <a:t> </a:t>
            </a:r>
          </a:p>
          <a:p>
            <a:endParaRPr lang="en-IN" dirty="0"/>
          </a:p>
        </p:txBody>
      </p:sp>
      <p:sp>
        <p:nvSpPr>
          <p:cNvPr id="7" name="TextBox 6">
            <a:extLst>
              <a:ext uri="{FF2B5EF4-FFF2-40B4-BE49-F238E27FC236}">
                <a16:creationId xmlns:a16="http://schemas.microsoft.com/office/drawing/2014/main" id="{D84CD2A4-3176-4A50-A6E3-0EEE4A71CFCA}"/>
              </a:ext>
            </a:extLst>
          </p:cNvPr>
          <p:cNvSpPr txBox="1"/>
          <p:nvPr/>
        </p:nvSpPr>
        <p:spPr>
          <a:xfrm>
            <a:off x="168966" y="5278183"/>
            <a:ext cx="2077492" cy="1477328"/>
          </a:xfrm>
          <a:prstGeom prst="rect">
            <a:avLst/>
          </a:prstGeom>
          <a:noFill/>
        </p:spPr>
        <p:txBody>
          <a:bodyPr wrap="none" rtlCol="0">
            <a:spAutoFit/>
          </a:bodyPr>
          <a:lstStyle/>
          <a:p>
            <a:r>
              <a:rPr lang="en-US" dirty="0"/>
              <a:t>Presented to:</a:t>
            </a:r>
          </a:p>
          <a:p>
            <a:r>
              <a:rPr lang="en-US" dirty="0"/>
              <a:t>Ms. </a:t>
            </a:r>
            <a:r>
              <a:rPr lang="en-US"/>
              <a:t>Shivani Jain</a:t>
            </a:r>
            <a:endParaRPr lang="en-US" dirty="0"/>
          </a:p>
          <a:p>
            <a:r>
              <a:rPr lang="en-US" dirty="0"/>
              <a:t>Designation: Faculty</a:t>
            </a:r>
          </a:p>
          <a:p>
            <a:r>
              <a:rPr lang="en-US" dirty="0"/>
              <a:t>Coordinators </a:t>
            </a:r>
          </a:p>
          <a:p>
            <a:endParaRPr lang="en-IN" dirty="0"/>
          </a:p>
        </p:txBody>
      </p:sp>
    </p:spTree>
    <p:extLst>
      <p:ext uri="{BB962C8B-B14F-4D97-AF65-F5344CB8AC3E}">
        <p14:creationId xmlns:p14="http://schemas.microsoft.com/office/powerpoint/2010/main" val="16220836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CC8B3A-4A04-DC1C-E170-C52CCCA0996C}"/>
              </a:ext>
            </a:extLst>
          </p:cNvPr>
          <p:cNvSpPr>
            <a:spLocks noGrp="1"/>
          </p:cNvSpPr>
          <p:nvPr>
            <p:ph type="title"/>
          </p:nvPr>
        </p:nvSpPr>
        <p:spPr/>
        <p:txBody>
          <a:bodyPr/>
          <a:lstStyle/>
          <a:p>
            <a:pPr algn="ctr"/>
            <a:r>
              <a:rPr lang="en-US" b="1" dirty="0">
                <a:latin typeface="+mn-lt"/>
              </a:rPr>
              <a:t>About Team </a:t>
            </a:r>
            <a:endParaRPr lang="en-IN" b="1" dirty="0">
              <a:latin typeface="+mn-lt"/>
            </a:endParaRPr>
          </a:p>
        </p:txBody>
      </p:sp>
      <p:sp>
        <p:nvSpPr>
          <p:cNvPr id="3" name="Content Placeholder 2">
            <a:extLst>
              <a:ext uri="{FF2B5EF4-FFF2-40B4-BE49-F238E27FC236}">
                <a16:creationId xmlns:a16="http://schemas.microsoft.com/office/drawing/2014/main" id="{CBA06B58-20BC-8F82-7484-8CE79AF4E9F6}"/>
              </a:ext>
            </a:extLst>
          </p:cNvPr>
          <p:cNvSpPr>
            <a:spLocks noGrp="1"/>
          </p:cNvSpPr>
          <p:nvPr>
            <p:ph idx="1"/>
          </p:nvPr>
        </p:nvSpPr>
        <p:spPr>
          <a:xfrm>
            <a:off x="0" y="1501160"/>
            <a:ext cx="12192000" cy="5356840"/>
          </a:xfrm>
        </p:spPr>
        <p:txBody>
          <a:bodyPr>
            <a:normAutofit/>
          </a:bodyPr>
          <a:lstStyle/>
          <a:p>
            <a:pPr marL="0" indent="0">
              <a:buNone/>
            </a:pPr>
            <a:r>
              <a:rPr lang="en-US" b="1" dirty="0"/>
              <a:t>Project Name – </a:t>
            </a:r>
            <a:r>
              <a:rPr lang="en-US" b="1" dirty="0" err="1"/>
              <a:t>Sukoon</a:t>
            </a:r>
            <a:r>
              <a:rPr lang="en-US" b="1" dirty="0"/>
              <a:t>                                </a:t>
            </a:r>
          </a:p>
          <a:p>
            <a:pPr marL="0" indent="0">
              <a:buNone/>
            </a:pPr>
            <a:r>
              <a:rPr lang="en-US" b="1" dirty="0"/>
              <a:t>Team Members                                                    </a:t>
            </a:r>
          </a:p>
          <a:p>
            <a:pPr marL="514350" indent="-514350">
              <a:buFont typeface="+mj-lt"/>
              <a:buAutoNum type="arabicPeriod"/>
            </a:pPr>
            <a:r>
              <a:rPr lang="en-US" b="1" dirty="0"/>
              <a:t>Nirmal Todwal</a:t>
            </a:r>
          </a:p>
          <a:p>
            <a:pPr marL="514350" indent="-514350">
              <a:buFont typeface="+mj-lt"/>
              <a:buAutoNum type="arabicPeriod"/>
            </a:pPr>
            <a:r>
              <a:rPr lang="en-US" b="1" dirty="0"/>
              <a:t>Samyak Jain</a:t>
            </a:r>
          </a:p>
          <a:p>
            <a:pPr marL="514350" indent="-514350">
              <a:buFont typeface="+mj-lt"/>
              <a:buAutoNum type="arabicPeriod"/>
            </a:pPr>
            <a:r>
              <a:rPr lang="en-US" b="1" dirty="0"/>
              <a:t>Avisha Goyal                          </a:t>
            </a:r>
          </a:p>
          <a:p>
            <a:pPr marL="514350" indent="-514350">
              <a:buFont typeface="+mj-lt"/>
              <a:buAutoNum type="arabicPeriod"/>
            </a:pPr>
            <a:r>
              <a:rPr lang="en-US" b="1" dirty="0"/>
              <a:t>Sahil Rochwani </a:t>
            </a:r>
          </a:p>
          <a:p>
            <a:pPr marL="514350" indent="-514350">
              <a:buFont typeface="+mj-lt"/>
              <a:buAutoNum type="arabicPeriod"/>
            </a:pPr>
            <a:endParaRPr lang="en-US" b="1" dirty="0"/>
          </a:p>
          <a:p>
            <a:pPr marL="514350" indent="-514350">
              <a:buFont typeface="+mj-lt"/>
              <a:buAutoNum type="arabicPeriod"/>
            </a:pPr>
            <a:endParaRPr lang="en-IN" b="1" dirty="0"/>
          </a:p>
        </p:txBody>
      </p:sp>
    </p:spTree>
    <p:extLst>
      <p:ext uri="{BB962C8B-B14F-4D97-AF65-F5344CB8AC3E}">
        <p14:creationId xmlns:p14="http://schemas.microsoft.com/office/powerpoint/2010/main" val="5045539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482DCB-FAA1-4721-6428-EBCB72D76ADC}"/>
              </a:ext>
            </a:extLst>
          </p:cNvPr>
          <p:cNvSpPr>
            <a:spLocks noGrp="1"/>
          </p:cNvSpPr>
          <p:nvPr>
            <p:ph type="title"/>
          </p:nvPr>
        </p:nvSpPr>
        <p:spPr>
          <a:xfrm>
            <a:off x="838200" y="0"/>
            <a:ext cx="10515600" cy="1325563"/>
          </a:xfrm>
        </p:spPr>
        <p:txBody>
          <a:bodyPr/>
          <a:lstStyle/>
          <a:p>
            <a:pPr algn="ctr"/>
            <a:r>
              <a:rPr lang="en-US" b="1" dirty="0">
                <a:latin typeface="+mn-lt"/>
              </a:rPr>
              <a:t>IDEA TITLE </a:t>
            </a:r>
            <a:endParaRPr lang="en-IN" b="1" dirty="0">
              <a:latin typeface="+mn-lt"/>
            </a:endParaRPr>
          </a:p>
        </p:txBody>
      </p:sp>
      <p:sp>
        <p:nvSpPr>
          <p:cNvPr id="3" name="Content Placeholder 2">
            <a:extLst>
              <a:ext uri="{FF2B5EF4-FFF2-40B4-BE49-F238E27FC236}">
                <a16:creationId xmlns:a16="http://schemas.microsoft.com/office/drawing/2014/main" id="{6D982103-381E-87A0-F461-919F52AF0F73}"/>
              </a:ext>
            </a:extLst>
          </p:cNvPr>
          <p:cNvSpPr>
            <a:spLocks noGrp="1"/>
          </p:cNvSpPr>
          <p:nvPr>
            <p:ph idx="1"/>
          </p:nvPr>
        </p:nvSpPr>
        <p:spPr>
          <a:xfrm>
            <a:off x="112295" y="1253330"/>
            <a:ext cx="8068144" cy="5137637"/>
          </a:xfrm>
        </p:spPr>
        <p:txBody>
          <a:bodyPr>
            <a:normAutofit fontScale="92500" lnSpcReduction="20000"/>
          </a:bodyPr>
          <a:lstStyle/>
          <a:p>
            <a:pPr marL="0" indent="0">
              <a:buNone/>
            </a:pPr>
            <a:r>
              <a:rPr lang="en-US" b="1" dirty="0"/>
              <a:t>Solution Overview</a:t>
            </a:r>
          </a:p>
          <a:p>
            <a:r>
              <a:rPr lang="en-US" dirty="0"/>
              <a:t>The Website is designed to connect the people and using the website for therapy.</a:t>
            </a:r>
          </a:p>
          <a:p>
            <a:r>
              <a:rPr lang="en-US" dirty="0"/>
              <a:t>The user visit the website and get relief from stress and depression.</a:t>
            </a:r>
          </a:p>
          <a:p>
            <a:r>
              <a:rPr lang="en-US" dirty="0"/>
              <a:t>Get solution of their problems and improve their health.</a:t>
            </a:r>
          </a:p>
          <a:p>
            <a:pPr marL="0" indent="0">
              <a:buNone/>
            </a:pPr>
            <a:endParaRPr lang="en-IN" dirty="0"/>
          </a:p>
          <a:p>
            <a:pPr marL="0" indent="0">
              <a:buNone/>
            </a:pPr>
            <a:r>
              <a:rPr lang="en-IN" b="1" dirty="0"/>
              <a:t>Key Features </a:t>
            </a:r>
          </a:p>
          <a:p>
            <a:r>
              <a:rPr lang="en-US" dirty="0"/>
              <a:t>Online Therapy/Chat Support : Option for users to access virtual therapy sessions or chat with mental health professionals.</a:t>
            </a:r>
          </a:p>
          <a:p>
            <a:r>
              <a:rPr lang="en-US" dirty="0"/>
              <a:t>Guided Meditation &amp; Relaxation : Offer audio or video guides for relaxation techniques, meditation, and stress-reduction practices.</a:t>
            </a:r>
            <a:endParaRPr lang="en-IN" dirty="0"/>
          </a:p>
        </p:txBody>
      </p:sp>
      <p:pic>
        <p:nvPicPr>
          <p:cNvPr id="5" name="Picture 4">
            <a:extLst>
              <a:ext uri="{FF2B5EF4-FFF2-40B4-BE49-F238E27FC236}">
                <a16:creationId xmlns:a16="http://schemas.microsoft.com/office/drawing/2014/main" id="{E408042F-EC5A-931B-0E1D-D7690E50E2F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27922" y="1484672"/>
            <a:ext cx="3569109" cy="3333134"/>
          </a:xfrm>
          <a:prstGeom prst="rect">
            <a:avLst/>
          </a:prstGeom>
        </p:spPr>
      </p:pic>
    </p:spTree>
    <p:extLst>
      <p:ext uri="{BB962C8B-B14F-4D97-AF65-F5344CB8AC3E}">
        <p14:creationId xmlns:p14="http://schemas.microsoft.com/office/powerpoint/2010/main" val="32063667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C5C845-D7FB-F128-1FFD-0D8BC44A69D7}"/>
              </a:ext>
            </a:extLst>
          </p:cNvPr>
          <p:cNvSpPr>
            <a:spLocks noGrp="1"/>
          </p:cNvSpPr>
          <p:nvPr>
            <p:ph type="title"/>
          </p:nvPr>
        </p:nvSpPr>
        <p:spPr>
          <a:xfrm>
            <a:off x="3404937" y="445337"/>
            <a:ext cx="5674895" cy="773864"/>
          </a:xfrm>
        </p:spPr>
        <p:txBody>
          <a:bodyPr/>
          <a:lstStyle/>
          <a:p>
            <a:pPr algn="ctr"/>
            <a:r>
              <a:rPr lang="en-US" b="1" dirty="0">
                <a:latin typeface="+mn-lt"/>
              </a:rPr>
              <a:t>TECHNICAL APPROACH </a:t>
            </a:r>
            <a:endParaRPr lang="en-IN" b="1" dirty="0">
              <a:latin typeface="+mn-lt"/>
            </a:endParaRPr>
          </a:p>
        </p:txBody>
      </p:sp>
      <p:sp>
        <p:nvSpPr>
          <p:cNvPr id="3" name="Content Placeholder 2">
            <a:extLst>
              <a:ext uri="{FF2B5EF4-FFF2-40B4-BE49-F238E27FC236}">
                <a16:creationId xmlns:a16="http://schemas.microsoft.com/office/drawing/2014/main" id="{9E83E4D4-303F-2822-D70A-193D677932E1}"/>
              </a:ext>
            </a:extLst>
          </p:cNvPr>
          <p:cNvSpPr>
            <a:spLocks noGrp="1"/>
          </p:cNvSpPr>
          <p:nvPr>
            <p:ph idx="1"/>
          </p:nvPr>
        </p:nvSpPr>
        <p:spPr>
          <a:xfrm>
            <a:off x="368968" y="1540042"/>
            <a:ext cx="8117306" cy="5317958"/>
          </a:xfrm>
        </p:spPr>
        <p:txBody>
          <a:bodyPr/>
          <a:lstStyle/>
          <a:p>
            <a:pPr marL="0" indent="0">
              <a:buNone/>
            </a:pPr>
            <a:r>
              <a:rPr lang="en-US" sz="3600" b="1" dirty="0"/>
              <a:t>Technologies to Use</a:t>
            </a:r>
            <a:r>
              <a:rPr lang="en-US" sz="3600" dirty="0"/>
              <a:t>:</a:t>
            </a:r>
          </a:p>
          <a:p>
            <a:r>
              <a:rPr lang="en-US" sz="3600" b="1" dirty="0"/>
              <a:t>Frontend</a:t>
            </a:r>
            <a:r>
              <a:rPr lang="en-US" sz="3600" dirty="0"/>
              <a:t>: HTML ,CSS, JS, Firebase </a:t>
            </a:r>
          </a:p>
          <a:p>
            <a:r>
              <a:rPr lang="en-US" sz="3600" b="1" dirty="0"/>
              <a:t>IDE used</a:t>
            </a:r>
            <a:r>
              <a:rPr lang="en-US" sz="3600" dirty="0"/>
              <a:t>: VS code, </a:t>
            </a:r>
            <a:r>
              <a:rPr lang="en-US" sz="3600" dirty="0" err="1"/>
              <a:t>Vercel</a:t>
            </a:r>
            <a:endParaRPr lang="en-US" sz="3600" dirty="0"/>
          </a:p>
          <a:p>
            <a:endParaRPr lang="en-IN" dirty="0"/>
          </a:p>
        </p:txBody>
      </p:sp>
      <p:pic>
        <p:nvPicPr>
          <p:cNvPr id="5" name="Picture 4">
            <a:extLst>
              <a:ext uri="{FF2B5EF4-FFF2-40B4-BE49-F238E27FC236}">
                <a16:creationId xmlns:a16="http://schemas.microsoft.com/office/drawing/2014/main" id="{533CFAD9-B75B-8556-2490-F20FC9B081BD}"/>
              </a:ext>
            </a:extLst>
          </p:cNvPr>
          <p:cNvPicPr>
            <a:picLocks noChangeAspect="1"/>
          </p:cNvPicPr>
          <p:nvPr/>
        </p:nvPicPr>
        <p:blipFill>
          <a:blip r:embed="rId2">
            <a:extLst>
              <a:ext uri="{28A0092B-C50C-407E-A947-70E740481C1C}">
                <a14:useLocalDpi xmlns:a14="http://schemas.microsoft.com/office/drawing/2010/main" val="0"/>
              </a:ext>
            </a:extLst>
          </a:blip>
          <a:srcRect b="6250"/>
          <a:stretch/>
        </p:blipFill>
        <p:spPr>
          <a:xfrm>
            <a:off x="7959212" y="1219201"/>
            <a:ext cx="4114800" cy="4571999"/>
          </a:xfrm>
          <a:prstGeom prst="rect">
            <a:avLst/>
          </a:prstGeom>
        </p:spPr>
      </p:pic>
    </p:spTree>
    <p:extLst>
      <p:ext uri="{BB962C8B-B14F-4D97-AF65-F5344CB8AC3E}">
        <p14:creationId xmlns:p14="http://schemas.microsoft.com/office/powerpoint/2010/main" val="9948652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811E3B-21E8-7A75-92AB-8FE86655EE2F}"/>
              </a:ext>
            </a:extLst>
          </p:cNvPr>
          <p:cNvSpPr>
            <a:spLocks noGrp="1"/>
          </p:cNvSpPr>
          <p:nvPr>
            <p:ph type="title"/>
          </p:nvPr>
        </p:nvSpPr>
        <p:spPr/>
        <p:txBody>
          <a:bodyPr/>
          <a:lstStyle/>
          <a:p>
            <a:pPr algn="ctr"/>
            <a:r>
              <a:rPr lang="en-US" b="1" dirty="0">
                <a:latin typeface="+mn-lt"/>
              </a:rPr>
              <a:t>Snapshot and Images</a:t>
            </a:r>
            <a:endParaRPr lang="en-IN" b="1" dirty="0">
              <a:latin typeface="+mn-lt"/>
            </a:endParaRPr>
          </a:p>
        </p:txBody>
      </p:sp>
      <p:pic>
        <p:nvPicPr>
          <p:cNvPr id="5" name="Content Placeholder 4">
            <a:extLst>
              <a:ext uri="{FF2B5EF4-FFF2-40B4-BE49-F238E27FC236}">
                <a16:creationId xmlns:a16="http://schemas.microsoft.com/office/drawing/2014/main" id="{F30D0D13-BF8E-D864-3024-721236E599D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 y="1383173"/>
            <a:ext cx="6096000" cy="3287150"/>
          </a:xfrm>
        </p:spPr>
      </p:pic>
      <p:pic>
        <p:nvPicPr>
          <p:cNvPr id="7" name="Picture 6">
            <a:extLst>
              <a:ext uri="{FF2B5EF4-FFF2-40B4-BE49-F238E27FC236}">
                <a16:creationId xmlns:a16="http://schemas.microsoft.com/office/drawing/2014/main" id="{9F1EF54A-21E4-394B-8926-1D0DBDB783F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5999" y="1383173"/>
            <a:ext cx="6096000" cy="3264284"/>
          </a:xfrm>
          <a:prstGeom prst="rect">
            <a:avLst/>
          </a:prstGeom>
        </p:spPr>
      </p:pic>
      <p:pic>
        <p:nvPicPr>
          <p:cNvPr id="9" name="Picture 8">
            <a:extLst>
              <a:ext uri="{FF2B5EF4-FFF2-40B4-BE49-F238E27FC236}">
                <a16:creationId xmlns:a16="http://schemas.microsoft.com/office/drawing/2014/main" id="{EEFC23AE-9DA0-CDD8-4D19-C3215A90358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4647456"/>
            <a:ext cx="12192000" cy="2210543"/>
          </a:xfrm>
          <a:prstGeom prst="rect">
            <a:avLst/>
          </a:prstGeom>
        </p:spPr>
      </p:pic>
      <p:pic>
        <p:nvPicPr>
          <p:cNvPr id="11" name="Picture 10">
            <a:extLst>
              <a:ext uri="{FF2B5EF4-FFF2-40B4-BE49-F238E27FC236}">
                <a16:creationId xmlns:a16="http://schemas.microsoft.com/office/drawing/2014/main" id="{6FA47CD4-4E3F-9589-B64F-45957F302F0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37653" y="147484"/>
            <a:ext cx="1563328" cy="1057329"/>
          </a:xfrm>
          <a:prstGeom prst="rect">
            <a:avLst/>
          </a:prstGeom>
        </p:spPr>
      </p:pic>
    </p:spTree>
    <p:extLst>
      <p:ext uri="{BB962C8B-B14F-4D97-AF65-F5344CB8AC3E}">
        <p14:creationId xmlns:p14="http://schemas.microsoft.com/office/powerpoint/2010/main" val="34486045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116723-3BFB-8D11-C568-1A8C0FBEDE6E}"/>
              </a:ext>
            </a:extLst>
          </p:cNvPr>
          <p:cNvSpPr>
            <a:spLocks noGrp="1"/>
          </p:cNvSpPr>
          <p:nvPr>
            <p:ph type="title"/>
          </p:nvPr>
        </p:nvSpPr>
        <p:spPr/>
        <p:txBody>
          <a:bodyPr/>
          <a:lstStyle/>
          <a:p>
            <a:pPr algn="ctr"/>
            <a:r>
              <a:rPr lang="en-US" sz="4400" b="1" dirty="0">
                <a:latin typeface="Times New Roman"/>
                <a:ea typeface="Times New Roman"/>
                <a:cs typeface="Times New Roman"/>
                <a:sym typeface="Times New Roman"/>
              </a:rPr>
              <a:t>FEASIBILITY AND VIABILITY</a:t>
            </a:r>
            <a:endParaRPr lang="en-IN" dirty="0"/>
          </a:p>
        </p:txBody>
      </p:sp>
      <p:sp>
        <p:nvSpPr>
          <p:cNvPr id="3" name="Content Placeholder 2">
            <a:extLst>
              <a:ext uri="{FF2B5EF4-FFF2-40B4-BE49-F238E27FC236}">
                <a16:creationId xmlns:a16="http://schemas.microsoft.com/office/drawing/2014/main" id="{22581C7C-1456-FF0C-D593-C1E43DC93D9E}"/>
              </a:ext>
            </a:extLst>
          </p:cNvPr>
          <p:cNvSpPr>
            <a:spLocks noGrp="1"/>
          </p:cNvSpPr>
          <p:nvPr>
            <p:ph idx="1"/>
          </p:nvPr>
        </p:nvSpPr>
        <p:spPr>
          <a:xfrm>
            <a:off x="180474" y="1536867"/>
            <a:ext cx="10515600" cy="4956008"/>
          </a:xfrm>
        </p:spPr>
        <p:txBody>
          <a:bodyPr>
            <a:normAutofit fontScale="92500" lnSpcReduction="10000"/>
          </a:bodyPr>
          <a:lstStyle/>
          <a:p>
            <a:pPr marL="342900" lvl="0" indent="-165100" algn="just" rtl="0">
              <a:spcBef>
                <a:spcPts val="0"/>
              </a:spcBef>
              <a:spcAft>
                <a:spcPts val="0"/>
              </a:spcAft>
              <a:buNone/>
            </a:pPr>
            <a:r>
              <a:rPr lang="en-US" sz="2800" b="1" dirty="0">
                <a:solidFill>
                  <a:schemeClr val="dk1"/>
                </a:solidFill>
              </a:rPr>
              <a:t>Feasibility</a:t>
            </a:r>
            <a:r>
              <a:rPr lang="en-US" sz="2800" dirty="0">
                <a:solidFill>
                  <a:schemeClr val="dk1"/>
                </a:solidFill>
              </a:rPr>
              <a:t>:</a:t>
            </a:r>
          </a:p>
          <a:p>
            <a:pPr marL="457200" lvl="0" indent="-355600" algn="l" rtl="0">
              <a:lnSpc>
                <a:spcPct val="115000"/>
              </a:lnSpc>
              <a:spcBef>
                <a:spcPts val="1200"/>
              </a:spcBef>
              <a:spcAft>
                <a:spcPts val="0"/>
              </a:spcAft>
              <a:buClr>
                <a:schemeClr val="dk1"/>
              </a:buClr>
              <a:buSzPts val="2000"/>
              <a:buChar char="●"/>
            </a:pPr>
            <a:r>
              <a:rPr lang="en-US" sz="2800" dirty="0">
                <a:solidFill>
                  <a:schemeClr val="dk1"/>
                </a:solidFill>
              </a:rPr>
              <a:t>Technologically feasible with existing tools (HTML, CSS, JS)</a:t>
            </a:r>
          </a:p>
          <a:p>
            <a:pPr marL="457200" lvl="0" indent="-355600" algn="l" rtl="0">
              <a:lnSpc>
                <a:spcPct val="115000"/>
              </a:lnSpc>
              <a:spcBef>
                <a:spcPts val="0"/>
              </a:spcBef>
              <a:spcAft>
                <a:spcPts val="0"/>
              </a:spcAft>
              <a:buClr>
                <a:schemeClr val="dk1"/>
              </a:buClr>
              <a:buSzPts val="2000"/>
              <a:buChar char="●"/>
            </a:pPr>
            <a:r>
              <a:rPr lang="en-US" sz="2800" dirty="0">
                <a:solidFill>
                  <a:schemeClr val="dk1"/>
                </a:solidFill>
              </a:rPr>
              <a:t>Low-cost </a:t>
            </a:r>
            <a:r>
              <a:rPr lang="en-US" dirty="0">
                <a:solidFill>
                  <a:schemeClr val="dk1"/>
                </a:solidFill>
              </a:rPr>
              <a:t>web</a:t>
            </a:r>
            <a:r>
              <a:rPr lang="en-US" sz="2800" dirty="0">
                <a:solidFill>
                  <a:schemeClr val="dk1"/>
                </a:solidFill>
              </a:rPr>
              <a:t> deployment with minimal infrastructure requirements.</a:t>
            </a:r>
          </a:p>
          <a:p>
            <a:pPr marL="0" lvl="0" indent="0" algn="l" rtl="0">
              <a:lnSpc>
                <a:spcPct val="115000"/>
              </a:lnSpc>
              <a:spcBef>
                <a:spcPts val="1200"/>
              </a:spcBef>
              <a:spcAft>
                <a:spcPts val="0"/>
              </a:spcAft>
              <a:buNone/>
            </a:pPr>
            <a:r>
              <a:rPr lang="en-US" sz="2800" b="1" dirty="0">
                <a:solidFill>
                  <a:schemeClr val="dk1"/>
                </a:solidFill>
              </a:rPr>
              <a:t>Challenges</a:t>
            </a:r>
            <a:r>
              <a:rPr lang="en-US" sz="2800" dirty="0">
                <a:solidFill>
                  <a:schemeClr val="dk1"/>
                </a:solidFill>
              </a:rPr>
              <a:t>:</a:t>
            </a:r>
          </a:p>
          <a:p>
            <a:pPr marL="457200" lvl="0" indent="-355600" algn="l" rtl="0">
              <a:lnSpc>
                <a:spcPct val="115000"/>
              </a:lnSpc>
              <a:spcBef>
                <a:spcPts val="1200"/>
              </a:spcBef>
              <a:spcAft>
                <a:spcPts val="0"/>
              </a:spcAft>
              <a:buClr>
                <a:schemeClr val="dk1"/>
              </a:buClr>
              <a:buSzPts val="2000"/>
              <a:buChar char="●"/>
            </a:pPr>
            <a:r>
              <a:rPr lang="en-US" sz="2800" b="1" dirty="0">
                <a:solidFill>
                  <a:schemeClr val="dk1"/>
                </a:solidFill>
              </a:rPr>
              <a:t>Digital Literacy</a:t>
            </a:r>
            <a:r>
              <a:rPr lang="en-US" sz="2800" dirty="0">
                <a:solidFill>
                  <a:schemeClr val="dk1"/>
                </a:solidFill>
              </a:rPr>
              <a:t>: Some People may struggle with app usage.</a:t>
            </a:r>
          </a:p>
          <a:p>
            <a:pPr marL="457200" lvl="0" indent="-355600" algn="l" rtl="0">
              <a:lnSpc>
                <a:spcPct val="115000"/>
              </a:lnSpc>
              <a:spcBef>
                <a:spcPts val="0"/>
              </a:spcBef>
              <a:spcAft>
                <a:spcPts val="0"/>
              </a:spcAft>
              <a:buClr>
                <a:schemeClr val="dk1"/>
              </a:buClr>
              <a:buSzPts val="2000"/>
              <a:buChar char="●"/>
            </a:pPr>
            <a:r>
              <a:rPr lang="en-US" sz="2800" b="1" dirty="0">
                <a:solidFill>
                  <a:schemeClr val="dk1"/>
                </a:solidFill>
              </a:rPr>
              <a:t>Internet Access</a:t>
            </a:r>
            <a:r>
              <a:rPr lang="en-US" sz="2800" dirty="0">
                <a:solidFill>
                  <a:schemeClr val="dk1"/>
                </a:solidFill>
              </a:rPr>
              <a:t>: Rural areas may face connectivity issues.</a:t>
            </a:r>
          </a:p>
          <a:p>
            <a:pPr marL="0" lvl="0" indent="0" algn="l" rtl="0">
              <a:lnSpc>
                <a:spcPct val="115000"/>
              </a:lnSpc>
              <a:spcBef>
                <a:spcPts val="1200"/>
              </a:spcBef>
              <a:spcAft>
                <a:spcPts val="0"/>
              </a:spcAft>
              <a:buNone/>
            </a:pPr>
            <a:r>
              <a:rPr lang="en-US" sz="2800" b="1" dirty="0">
                <a:solidFill>
                  <a:schemeClr val="dk1"/>
                </a:solidFill>
              </a:rPr>
              <a:t>Overcoming Challenges</a:t>
            </a:r>
            <a:r>
              <a:rPr lang="en-US" sz="2800" dirty="0">
                <a:solidFill>
                  <a:schemeClr val="dk1"/>
                </a:solidFill>
              </a:rPr>
              <a:t>:</a:t>
            </a:r>
          </a:p>
          <a:p>
            <a:pPr marL="457200" lvl="0" indent="-355600" algn="l" rtl="0">
              <a:lnSpc>
                <a:spcPct val="115000"/>
              </a:lnSpc>
              <a:spcBef>
                <a:spcPts val="1200"/>
              </a:spcBef>
              <a:spcAft>
                <a:spcPts val="0"/>
              </a:spcAft>
              <a:buClr>
                <a:schemeClr val="dk1"/>
              </a:buClr>
              <a:buSzPts val="2000"/>
              <a:buChar char="●"/>
            </a:pPr>
            <a:r>
              <a:rPr lang="en-US" sz="2800" b="1" dirty="0">
                <a:solidFill>
                  <a:schemeClr val="dk1"/>
                </a:solidFill>
              </a:rPr>
              <a:t>Easy User Interface</a:t>
            </a:r>
            <a:r>
              <a:rPr lang="en-US" sz="2800" dirty="0">
                <a:solidFill>
                  <a:schemeClr val="dk1"/>
                </a:solidFill>
              </a:rPr>
              <a:t>: Provide Simple User interface with local languages.</a:t>
            </a:r>
          </a:p>
          <a:p>
            <a:pPr marL="457200" lvl="0" indent="-355600" algn="l" rtl="0">
              <a:lnSpc>
                <a:spcPct val="115000"/>
              </a:lnSpc>
              <a:spcBef>
                <a:spcPts val="0"/>
              </a:spcBef>
              <a:spcAft>
                <a:spcPts val="0"/>
              </a:spcAft>
              <a:buClr>
                <a:schemeClr val="dk1"/>
              </a:buClr>
              <a:buSzPts val="2000"/>
              <a:buChar char="●"/>
            </a:pPr>
            <a:r>
              <a:rPr lang="en-US" sz="2800" b="1" dirty="0">
                <a:solidFill>
                  <a:schemeClr val="dk1"/>
                </a:solidFill>
              </a:rPr>
              <a:t>Offline Features</a:t>
            </a:r>
            <a:r>
              <a:rPr lang="en-US" sz="2800" dirty="0">
                <a:solidFill>
                  <a:schemeClr val="dk1"/>
                </a:solidFill>
              </a:rPr>
              <a:t>: Allow users to draft listings and complete transactions when connected</a:t>
            </a:r>
            <a:endParaRPr lang="en-IN" dirty="0"/>
          </a:p>
        </p:txBody>
      </p:sp>
    </p:spTree>
    <p:extLst>
      <p:ext uri="{BB962C8B-B14F-4D97-AF65-F5344CB8AC3E}">
        <p14:creationId xmlns:p14="http://schemas.microsoft.com/office/powerpoint/2010/main" val="5020010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5C952C-2FD9-8B97-D34F-AA2114DA6D43}"/>
              </a:ext>
            </a:extLst>
          </p:cNvPr>
          <p:cNvSpPr>
            <a:spLocks noGrp="1"/>
          </p:cNvSpPr>
          <p:nvPr>
            <p:ph type="title"/>
          </p:nvPr>
        </p:nvSpPr>
        <p:spPr/>
        <p:txBody>
          <a:bodyPr/>
          <a:lstStyle/>
          <a:p>
            <a:pPr algn="ctr"/>
            <a:r>
              <a:rPr lang="en-US" sz="4400" b="1" dirty="0">
                <a:latin typeface="Times New Roman"/>
                <a:ea typeface="Times New Roman"/>
                <a:cs typeface="Times New Roman"/>
                <a:sym typeface="Times New Roman"/>
              </a:rPr>
              <a:t>IMPACT AND BENEFITS</a:t>
            </a:r>
            <a:endParaRPr lang="en-IN" dirty="0"/>
          </a:p>
        </p:txBody>
      </p:sp>
      <p:sp>
        <p:nvSpPr>
          <p:cNvPr id="3" name="Content Placeholder 2">
            <a:extLst>
              <a:ext uri="{FF2B5EF4-FFF2-40B4-BE49-F238E27FC236}">
                <a16:creationId xmlns:a16="http://schemas.microsoft.com/office/drawing/2014/main" id="{DA966FEF-877F-FC16-F16E-36DCE840F84F}"/>
              </a:ext>
            </a:extLst>
          </p:cNvPr>
          <p:cNvSpPr>
            <a:spLocks noGrp="1"/>
          </p:cNvSpPr>
          <p:nvPr>
            <p:ph idx="1"/>
          </p:nvPr>
        </p:nvSpPr>
        <p:spPr>
          <a:xfrm>
            <a:off x="320842" y="1825624"/>
            <a:ext cx="11032958" cy="5032375"/>
          </a:xfrm>
        </p:spPr>
        <p:txBody>
          <a:bodyPr>
            <a:normAutofit/>
          </a:bodyPr>
          <a:lstStyle/>
          <a:p>
            <a:pPr marL="457200" lvl="0" indent="-355600" algn="l" rtl="0">
              <a:lnSpc>
                <a:spcPct val="115000"/>
              </a:lnSpc>
              <a:spcBef>
                <a:spcPts val="0"/>
              </a:spcBef>
              <a:spcAft>
                <a:spcPts val="0"/>
              </a:spcAft>
              <a:buClr>
                <a:schemeClr val="dk1"/>
              </a:buClr>
              <a:buSzPts val="2000"/>
              <a:buChar char="•"/>
            </a:pPr>
            <a:r>
              <a:rPr lang="en-US" b="1" dirty="0">
                <a:solidFill>
                  <a:schemeClr val="dk1"/>
                </a:solidFill>
              </a:rPr>
              <a:t>Social</a:t>
            </a:r>
            <a:r>
              <a:rPr lang="en-US" dirty="0">
                <a:solidFill>
                  <a:schemeClr val="dk1"/>
                </a:solidFill>
              </a:rPr>
              <a:t>: </a:t>
            </a:r>
          </a:p>
          <a:p>
            <a:pPr marL="914400" lvl="1" indent="-355600" algn="l" rtl="0">
              <a:lnSpc>
                <a:spcPct val="115000"/>
              </a:lnSpc>
              <a:spcBef>
                <a:spcPts val="0"/>
              </a:spcBef>
              <a:spcAft>
                <a:spcPts val="0"/>
              </a:spcAft>
              <a:buClr>
                <a:schemeClr val="dk1"/>
              </a:buClr>
              <a:buSzPts val="2000"/>
              <a:buChar char="○"/>
            </a:pPr>
            <a:r>
              <a:rPr lang="en-US" sz="2800" dirty="0">
                <a:solidFill>
                  <a:schemeClr val="dk1"/>
                </a:solidFill>
              </a:rPr>
              <a:t>Empowering Health</a:t>
            </a:r>
          </a:p>
          <a:p>
            <a:pPr marL="914400" lvl="1" indent="-355600" algn="l" rtl="0">
              <a:lnSpc>
                <a:spcPct val="115000"/>
              </a:lnSpc>
              <a:spcBef>
                <a:spcPts val="0"/>
              </a:spcBef>
              <a:spcAft>
                <a:spcPts val="0"/>
              </a:spcAft>
              <a:buClr>
                <a:schemeClr val="dk1"/>
              </a:buClr>
              <a:buSzPts val="2000"/>
              <a:buChar char="○"/>
            </a:pPr>
            <a:r>
              <a:rPr lang="en-US" sz="2800" dirty="0">
                <a:solidFill>
                  <a:schemeClr val="dk1"/>
                </a:solidFill>
              </a:rPr>
              <a:t> Stress and Depression solving and improving Health</a:t>
            </a:r>
          </a:p>
          <a:p>
            <a:pPr marL="457200" lvl="0" indent="-355600" algn="l" rtl="0">
              <a:lnSpc>
                <a:spcPct val="115000"/>
              </a:lnSpc>
              <a:spcBef>
                <a:spcPts val="0"/>
              </a:spcBef>
              <a:spcAft>
                <a:spcPts val="0"/>
              </a:spcAft>
              <a:buClr>
                <a:schemeClr val="dk1"/>
              </a:buClr>
              <a:buSzPts val="2000"/>
              <a:buChar char="•"/>
            </a:pPr>
            <a:r>
              <a:rPr lang="en-US" b="1" dirty="0">
                <a:solidFill>
                  <a:schemeClr val="dk1"/>
                </a:solidFill>
              </a:rPr>
              <a:t>Environmental</a:t>
            </a:r>
            <a:r>
              <a:rPr lang="en-US" dirty="0">
                <a:solidFill>
                  <a:schemeClr val="dk1"/>
                </a:solidFill>
              </a:rPr>
              <a:t>:</a:t>
            </a:r>
          </a:p>
          <a:p>
            <a:pPr marL="914400" lvl="1" indent="-355600" algn="just" rtl="0">
              <a:lnSpc>
                <a:spcPct val="115000"/>
              </a:lnSpc>
              <a:spcBef>
                <a:spcPts val="0"/>
              </a:spcBef>
              <a:spcAft>
                <a:spcPts val="0"/>
              </a:spcAft>
              <a:buClr>
                <a:schemeClr val="dk1"/>
              </a:buClr>
              <a:buSzPts val="2000"/>
              <a:buChar char="○"/>
            </a:pPr>
            <a:r>
              <a:rPr lang="en-US" sz="2800" dirty="0">
                <a:solidFill>
                  <a:schemeClr val="dk1"/>
                </a:solidFill>
              </a:rPr>
              <a:t> The environment can influence either positively or negatively a person’s mental well-being. A recent study showed how the idea of living in the midst of the climate crisis was affecting Greenlander’s anxiety and depression levels. The effects of our changing climate—economic uncertainty, job insecurity, extreme and volatile weather patterns, and displacement—also influence mental health.</a:t>
            </a:r>
            <a:endParaRPr lang="en-IN" sz="2800" dirty="0"/>
          </a:p>
        </p:txBody>
      </p:sp>
    </p:spTree>
    <p:extLst>
      <p:ext uri="{BB962C8B-B14F-4D97-AF65-F5344CB8AC3E}">
        <p14:creationId xmlns:p14="http://schemas.microsoft.com/office/powerpoint/2010/main" val="41475107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3B6064-3C68-8A1E-D478-C840B8584886}"/>
              </a:ext>
            </a:extLst>
          </p:cNvPr>
          <p:cNvSpPr>
            <a:spLocks noGrp="1"/>
          </p:cNvSpPr>
          <p:nvPr>
            <p:ph type="title"/>
          </p:nvPr>
        </p:nvSpPr>
        <p:spPr/>
        <p:txBody>
          <a:bodyPr/>
          <a:lstStyle/>
          <a:p>
            <a:pPr algn="ctr"/>
            <a:r>
              <a:rPr lang="en-US" b="1" dirty="0">
                <a:latin typeface="+mn-lt"/>
              </a:rPr>
              <a:t>Audio Therapy</a:t>
            </a:r>
            <a:endParaRPr lang="en-IN" b="1" dirty="0">
              <a:latin typeface="+mn-lt"/>
            </a:endParaRPr>
          </a:p>
        </p:txBody>
      </p:sp>
      <p:sp>
        <p:nvSpPr>
          <p:cNvPr id="3" name="Content Placeholder 2">
            <a:extLst>
              <a:ext uri="{FF2B5EF4-FFF2-40B4-BE49-F238E27FC236}">
                <a16:creationId xmlns:a16="http://schemas.microsoft.com/office/drawing/2014/main" id="{F03984B3-7EDB-9CFA-4FF4-BBB7ED0B7986}"/>
              </a:ext>
            </a:extLst>
          </p:cNvPr>
          <p:cNvSpPr>
            <a:spLocks noGrp="1"/>
          </p:cNvSpPr>
          <p:nvPr>
            <p:ph idx="1"/>
          </p:nvPr>
        </p:nvSpPr>
        <p:spPr>
          <a:xfrm>
            <a:off x="220980" y="1464733"/>
            <a:ext cx="11835553" cy="5103706"/>
          </a:xfrm>
        </p:spPr>
        <p:txBody>
          <a:bodyPr>
            <a:normAutofit/>
          </a:bodyPr>
          <a:lstStyle/>
          <a:p>
            <a:pPr marL="0" indent="0" algn="just">
              <a:buNone/>
            </a:pPr>
            <a:r>
              <a:rPr lang="en-US" dirty="0">
                <a:latin typeface="Times New Roman" panose="02020603050405020304" pitchFamily="18" charset="0"/>
                <a:cs typeface="Times New Roman" panose="02020603050405020304" pitchFamily="18" charset="0"/>
              </a:rPr>
              <a:t>Is a powerful form of healing that uses sound, music, and other audio elements to promote emotional well-being and relaxation. Listening to music or soothing audio files can have a profound impact on our mood, often helping to reduce stress, alleviate anxiety, and elevate our spirits. Whether it’s a favorite song, the calming sounds of nature, or guided meditation tracks, audio therapy taps into the brain's response to rhythm and melody, creating a sense of comfort and joy. It’s an accessible and versatile way to improve mental health and foster a deeper sense of inner peace.</a:t>
            </a:r>
            <a:endParaRPr lang="en-IN"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CB2D6135-6F33-6B49-F059-4DF7AEEBBA6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40199" y="4477242"/>
            <a:ext cx="2805317" cy="2235131"/>
          </a:xfrm>
          <a:prstGeom prst="rect">
            <a:avLst/>
          </a:prstGeom>
        </p:spPr>
      </p:pic>
    </p:spTree>
    <p:extLst>
      <p:ext uri="{BB962C8B-B14F-4D97-AF65-F5344CB8AC3E}">
        <p14:creationId xmlns:p14="http://schemas.microsoft.com/office/powerpoint/2010/main" val="41867866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C1B1AC-85CA-C7F9-3CB5-B144B185DFC4}"/>
              </a:ext>
            </a:extLst>
          </p:cNvPr>
          <p:cNvSpPr>
            <a:spLocks noGrp="1"/>
          </p:cNvSpPr>
          <p:nvPr>
            <p:ph type="title"/>
          </p:nvPr>
        </p:nvSpPr>
        <p:spPr/>
        <p:txBody>
          <a:bodyPr/>
          <a:lstStyle/>
          <a:p>
            <a:pPr algn="ctr"/>
            <a:r>
              <a:rPr lang="en-US" b="1" dirty="0">
                <a:latin typeface="+mn-lt"/>
              </a:rPr>
              <a:t>Reading Therapy</a:t>
            </a:r>
            <a:endParaRPr lang="en-IN" b="1" dirty="0">
              <a:latin typeface="+mn-lt"/>
            </a:endParaRPr>
          </a:p>
        </p:txBody>
      </p:sp>
      <p:sp>
        <p:nvSpPr>
          <p:cNvPr id="3" name="Content Placeholder 2">
            <a:extLst>
              <a:ext uri="{FF2B5EF4-FFF2-40B4-BE49-F238E27FC236}">
                <a16:creationId xmlns:a16="http://schemas.microsoft.com/office/drawing/2014/main" id="{678BDF96-1F06-FA96-A42E-B6C867DBB031}"/>
              </a:ext>
            </a:extLst>
          </p:cNvPr>
          <p:cNvSpPr>
            <a:spLocks noGrp="1"/>
          </p:cNvSpPr>
          <p:nvPr>
            <p:ph idx="1"/>
          </p:nvPr>
        </p:nvSpPr>
        <p:spPr>
          <a:xfrm>
            <a:off x="179438" y="1560154"/>
            <a:ext cx="12012561" cy="5297846"/>
          </a:xfrm>
        </p:spPr>
        <p:txBody>
          <a:bodyPr>
            <a:normAutofit/>
          </a:bodyPr>
          <a:lstStyle/>
          <a:p>
            <a:pPr marL="0" indent="0" algn="just">
              <a:buNone/>
            </a:pPr>
            <a:r>
              <a:rPr lang="en-US" b="1" dirty="0">
                <a:latin typeface="Times New Roman" panose="02020603050405020304" pitchFamily="18" charset="0"/>
                <a:cs typeface="Times New Roman" panose="02020603050405020304" pitchFamily="18" charset="0"/>
              </a:rPr>
              <a:t>It</a:t>
            </a:r>
            <a:r>
              <a:rPr lang="en-US" dirty="0">
                <a:latin typeface="Times New Roman" panose="02020603050405020304" pitchFamily="18" charset="0"/>
                <a:cs typeface="Times New Roman" panose="02020603050405020304" pitchFamily="18" charset="0"/>
              </a:rPr>
              <a:t> also known as bibliotherapy, harnesses the power of words to heal and uplift our spirits. Engaging with motivational quotes, self-help books, or even uplifting fiction can provide a mental escape and offer new perspectives on life’s challenges. The process of reading helps divert our attention from stress and negative thoughts, allowing us to find comfort, inspiration, and guidance. Whether it’s a quote that resonates deeply or a book that provides a sense of hope, reading therapy can be a powerful tool for changing our mood, boosting resilience, and fostering personal growth.</a:t>
            </a:r>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581F99FC-9A3D-6156-2CAE-A990E96FD43C}"/>
              </a:ext>
            </a:extLst>
          </p:cNvPr>
          <p:cNvPicPr>
            <a:picLocks noChangeAspect="1"/>
          </p:cNvPicPr>
          <p:nvPr/>
        </p:nvPicPr>
        <p:blipFill>
          <a:blip r:embed="rId2">
            <a:extLst>
              <a:ext uri="{28A0092B-C50C-407E-A947-70E740481C1C}">
                <a14:useLocalDpi xmlns:a14="http://schemas.microsoft.com/office/drawing/2010/main" val="0"/>
              </a:ext>
            </a:extLst>
          </a:blip>
          <a:srcRect l="1380" r="1146" b="5301"/>
          <a:stretch/>
        </p:blipFill>
        <p:spPr>
          <a:xfrm>
            <a:off x="4694730" y="4273401"/>
            <a:ext cx="2517304" cy="2584599"/>
          </a:xfrm>
          <a:prstGeom prst="rect">
            <a:avLst/>
          </a:prstGeom>
        </p:spPr>
      </p:pic>
    </p:spTree>
    <p:extLst>
      <p:ext uri="{BB962C8B-B14F-4D97-AF65-F5344CB8AC3E}">
        <p14:creationId xmlns:p14="http://schemas.microsoft.com/office/powerpoint/2010/main" val="23236170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FC5043-670F-6477-1EF5-659189E9936D}"/>
              </a:ext>
            </a:extLst>
          </p:cNvPr>
          <p:cNvSpPr>
            <a:spLocks noGrp="1"/>
          </p:cNvSpPr>
          <p:nvPr>
            <p:ph type="title"/>
          </p:nvPr>
        </p:nvSpPr>
        <p:spPr/>
        <p:txBody>
          <a:bodyPr/>
          <a:lstStyle/>
          <a:p>
            <a:pPr algn="ctr"/>
            <a:r>
              <a:rPr lang="en-US" b="1" dirty="0">
                <a:latin typeface="+mn-lt"/>
              </a:rPr>
              <a:t>Yoga Therapy</a:t>
            </a:r>
            <a:endParaRPr lang="en-IN" b="1" dirty="0">
              <a:latin typeface="+mn-lt"/>
            </a:endParaRPr>
          </a:p>
        </p:txBody>
      </p:sp>
      <p:sp>
        <p:nvSpPr>
          <p:cNvPr id="3" name="Content Placeholder 2">
            <a:extLst>
              <a:ext uri="{FF2B5EF4-FFF2-40B4-BE49-F238E27FC236}">
                <a16:creationId xmlns:a16="http://schemas.microsoft.com/office/drawing/2014/main" id="{F0956CCA-2C0C-5FAB-EB88-D195879DC688}"/>
              </a:ext>
            </a:extLst>
          </p:cNvPr>
          <p:cNvSpPr>
            <a:spLocks noGrp="1"/>
          </p:cNvSpPr>
          <p:nvPr>
            <p:ph idx="1"/>
          </p:nvPr>
        </p:nvSpPr>
        <p:spPr>
          <a:xfrm>
            <a:off x="71282" y="1432334"/>
            <a:ext cx="12120717" cy="5425665"/>
          </a:xfrm>
        </p:spPr>
        <p:txBody>
          <a:bodyPr>
            <a:normAutofit/>
          </a:bodyPr>
          <a:lstStyle/>
          <a:p>
            <a:pPr marL="0" indent="0" algn="just">
              <a:buNone/>
            </a:pPr>
            <a:r>
              <a:rPr lang="en-US" b="1" dirty="0">
                <a:latin typeface="Times New Roman" panose="02020603050405020304" pitchFamily="18" charset="0"/>
                <a:cs typeface="Times New Roman" panose="02020603050405020304" pitchFamily="18" charset="0"/>
              </a:rPr>
              <a:t>It</a:t>
            </a:r>
            <a:r>
              <a:rPr lang="en-US" dirty="0">
                <a:latin typeface="Times New Roman" panose="02020603050405020304" pitchFamily="18" charset="0"/>
                <a:cs typeface="Times New Roman" panose="02020603050405020304" pitchFamily="18" charset="0"/>
              </a:rPr>
              <a:t> is a holistic approach that uses the principles of yoga to promote physical, mental, and emotional well-being. Incorporating yoga and exercise into daily life offers immense benefits, such as improving flexibility, enhancing strength, and boosting cardiovascular health. More than just physical activity, yoga integrates mindful breathing and meditation, helping to reduce stress and  body and mind, facilitating healing and self-awareness. Regular practice can enhance mood, increase energy levels, and provide a natural way to manage life’s challenges, making it an essential component of a balanced lifestyle.</a:t>
            </a:r>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FCDA9833-14BC-78E9-6A26-D6BC28F1137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79296" y="4170706"/>
            <a:ext cx="3912703" cy="2687293"/>
          </a:xfrm>
          <a:prstGeom prst="rect">
            <a:avLst/>
          </a:prstGeom>
        </p:spPr>
      </p:pic>
    </p:spTree>
    <p:extLst>
      <p:ext uri="{BB962C8B-B14F-4D97-AF65-F5344CB8AC3E}">
        <p14:creationId xmlns:p14="http://schemas.microsoft.com/office/powerpoint/2010/main" val="29431088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080437-EFAD-A323-B52A-B2EC73841786}"/>
              </a:ext>
            </a:extLst>
          </p:cNvPr>
          <p:cNvSpPr>
            <a:spLocks noGrp="1"/>
          </p:cNvSpPr>
          <p:nvPr>
            <p:ph type="title"/>
          </p:nvPr>
        </p:nvSpPr>
        <p:spPr/>
        <p:txBody>
          <a:bodyPr/>
          <a:lstStyle/>
          <a:p>
            <a:pPr algn="ctr"/>
            <a:r>
              <a:rPr lang="en-US" b="1" dirty="0">
                <a:latin typeface="+mn-lt"/>
              </a:rPr>
              <a:t>Laughing Therapy</a:t>
            </a:r>
            <a:endParaRPr lang="en-IN" b="1" dirty="0">
              <a:latin typeface="+mn-lt"/>
            </a:endParaRPr>
          </a:p>
        </p:txBody>
      </p:sp>
      <p:sp>
        <p:nvSpPr>
          <p:cNvPr id="3" name="Content Placeholder 2">
            <a:extLst>
              <a:ext uri="{FF2B5EF4-FFF2-40B4-BE49-F238E27FC236}">
                <a16:creationId xmlns:a16="http://schemas.microsoft.com/office/drawing/2014/main" id="{A01AAD49-C280-3D65-C8FC-0565EBFDE196}"/>
              </a:ext>
            </a:extLst>
          </p:cNvPr>
          <p:cNvSpPr>
            <a:spLocks noGrp="1"/>
          </p:cNvSpPr>
          <p:nvPr>
            <p:ph idx="1"/>
          </p:nvPr>
        </p:nvSpPr>
        <p:spPr>
          <a:xfrm>
            <a:off x="151417" y="1508760"/>
            <a:ext cx="11606244" cy="5745481"/>
          </a:xfrm>
        </p:spPr>
        <p:txBody>
          <a:bodyPr>
            <a:normAutofit/>
          </a:bodyPr>
          <a:lstStyle/>
          <a:p>
            <a:pPr marL="0" indent="0" algn="just">
              <a:buNone/>
            </a:pPr>
            <a:r>
              <a:rPr lang="en-US" b="1" dirty="0">
                <a:latin typeface="Times New Roman" panose="02020603050405020304" pitchFamily="18" charset="0"/>
                <a:cs typeface="Times New Roman" panose="02020603050405020304" pitchFamily="18" charset="0"/>
              </a:rPr>
              <a:t>It</a:t>
            </a:r>
            <a:r>
              <a:rPr lang="en-US" dirty="0">
                <a:latin typeface="Times New Roman" panose="02020603050405020304" pitchFamily="18" charset="0"/>
                <a:cs typeface="Times New Roman" panose="02020603050405020304" pitchFamily="18" charset="0"/>
              </a:rPr>
              <a:t> also known as laughter yoga or humor therapy, is a simple yet powerful practice that harnesses the natural benefits of laughter to improve our well-being. Laughter is often called the best medicine because it triggers the release of endorphins, the body’s natural feel-good hormones, which help reduce stress, alleviate pain, and boost our mood. Engaging in laughing exercises or simply sharing a good laugh with others can quickly refresh the mind, relax the body, and create a sense of joy and connection. By encouraging a playful spirit, laughing therapy offers a natural, effective way to lift our mood and bring a sense of lightness to our day.</a:t>
            </a:r>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CEFAD770-127D-3B21-6635-31621B2E8A6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4810" y="4605291"/>
            <a:ext cx="2252709" cy="2252709"/>
          </a:xfrm>
          <a:prstGeom prst="rect">
            <a:avLst/>
          </a:prstGeom>
        </p:spPr>
      </p:pic>
    </p:spTree>
    <p:extLst>
      <p:ext uri="{BB962C8B-B14F-4D97-AF65-F5344CB8AC3E}">
        <p14:creationId xmlns:p14="http://schemas.microsoft.com/office/powerpoint/2010/main" val="36827921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0B1B86-307D-248E-0F17-DF41F97D650E}"/>
              </a:ext>
            </a:extLst>
          </p:cNvPr>
          <p:cNvSpPr>
            <a:spLocks noGrp="1"/>
          </p:cNvSpPr>
          <p:nvPr>
            <p:ph type="title"/>
          </p:nvPr>
        </p:nvSpPr>
        <p:spPr/>
        <p:txBody>
          <a:bodyPr/>
          <a:lstStyle/>
          <a:p>
            <a:pPr algn="ctr"/>
            <a:r>
              <a:rPr lang="en-US" b="1" dirty="0">
                <a:latin typeface="+mn-lt"/>
              </a:rPr>
              <a:t>Talking Therapy</a:t>
            </a:r>
            <a:endParaRPr lang="en-IN" b="1" dirty="0">
              <a:latin typeface="+mn-lt"/>
            </a:endParaRPr>
          </a:p>
        </p:txBody>
      </p:sp>
      <p:sp>
        <p:nvSpPr>
          <p:cNvPr id="3" name="Content Placeholder 2">
            <a:extLst>
              <a:ext uri="{FF2B5EF4-FFF2-40B4-BE49-F238E27FC236}">
                <a16:creationId xmlns:a16="http://schemas.microsoft.com/office/drawing/2014/main" id="{BB407B23-6782-8259-55B7-EC03282BC95F}"/>
              </a:ext>
            </a:extLst>
          </p:cNvPr>
          <p:cNvSpPr>
            <a:spLocks noGrp="1"/>
          </p:cNvSpPr>
          <p:nvPr>
            <p:ph idx="1"/>
          </p:nvPr>
        </p:nvSpPr>
        <p:spPr>
          <a:xfrm>
            <a:off x="140108" y="1481496"/>
            <a:ext cx="12051891" cy="5376504"/>
          </a:xfrm>
        </p:spPr>
        <p:txBody>
          <a:bodyPr>
            <a:normAutofit/>
          </a:bodyPr>
          <a:lstStyle/>
          <a:p>
            <a:pPr marL="0" indent="0" algn="just">
              <a:buNone/>
            </a:pPr>
            <a:r>
              <a:rPr lang="en-US" sz="2400" b="1" dirty="0">
                <a:latin typeface="Times New Roman" panose="02020603050405020304" pitchFamily="18" charset="0"/>
                <a:cs typeface="Times New Roman" panose="02020603050405020304" pitchFamily="18" charset="0"/>
              </a:rPr>
              <a:t>It</a:t>
            </a:r>
            <a:r>
              <a:rPr lang="en-US" sz="2400" dirty="0">
                <a:latin typeface="Times New Roman" panose="02020603050405020304" pitchFamily="18" charset="0"/>
                <a:cs typeface="Times New Roman" panose="02020603050405020304" pitchFamily="18" charset="0"/>
              </a:rPr>
              <a:t> also known as conversational or verbal therapy, taps into the power of communication to boost mental well-being. Even a short, light-hearted conversation with a friend, loved one, or therapist can bring a smile to our face and offer relief from stress. Sharing our thoughts and feelings helps to release emotional tension, gain clarity, and feel supported. It’s not just about the words we exchange, but the connection we build, which can provide comfort and a sense of belonging. Whether it’s casual chit-chat or a deeper discussion, talking therapy can uplift our spirits and foster a positive mindset.</a:t>
            </a:r>
            <a:endParaRPr lang="en-IN" sz="24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CA0C2EC4-B4B9-444B-A880-F0BB2A7F5B4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04387" y="3795092"/>
            <a:ext cx="4123332" cy="2913821"/>
          </a:xfrm>
          <a:prstGeom prst="rect">
            <a:avLst/>
          </a:prstGeom>
        </p:spPr>
      </p:pic>
    </p:spTree>
    <p:extLst>
      <p:ext uri="{BB962C8B-B14F-4D97-AF65-F5344CB8AC3E}">
        <p14:creationId xmlns:p14="http://schemas.microsoft.com/office/powerpoint/2010/main" val="4856203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E71A7-3E58-AE43-CB49-37B7528DAF0D}"/>
              </a:ext>
            </a:extLst>
          </p:cNvPr>
          <p:cNvSpPr>
            <a:spLocks noGrp="1"/>
          </p:cNvSpPr>
          <p:nvPr>
            <p:ph type="title"/>
          </p:nvPr>
        </p:nvSpPr>
        <p:spPr/>
        <p:txBody>
          <a:bodyPr/>
          <a:lstStyle/>
          <a:p>
            <a:pPr algn="ctr"/>
            <a:r>
              <a:rPr lang="en-US" b="1" dirty="0">
                <a:latin typeface="+mn-lt"/>
              </a:rPr>
              <a:t>Consulting a Doctor</a:t>
            </a:r>
            <a:endParaRPr lang="en-IN" dirty="0">
              <a:latin typeface="+mn-lt"/>
            </a:endParaRPr>
          </a:p>
        </p:txBody>
      </p:sp>
      <p:sp>
        <p:nvSpPr>
          <p:cNvPr id="3" name="Content Placeholder 2">
            <a:extLst>
              <a:ext uri="{FF2B5EF4-FFF2-40B4-BE49-F238E27FC236}">
                <a16:creationId xmlns:a16="http://schemas.microsoft.com/office/drawing/2014/main" id="{A6F547E0-E7B7-C620-1F30-F78DFE609CDF}"/>
              </a:ext>
            </a:extLst>
          </p:cNvPr>
          <p:cNvSpPr>
            <a:spLocks noGrp="1"/>
          </p:cNvSpPr>
          <p:nvPr>
            <p:ph idx="1"/>
          </p:nvPr>
        </p:nvSpPr>
        <p:spPr>
          <a:xfrm>
            <a:off x="130278" y="1491328"/>
            <a:ext cx="12061722" cy="5366672"/>
          </a:xfrm>
        </p:spPr>
        <p:txBody>
          <a:bodyPr>
            <a:normAutofit/>
          </a:bodyPr>
          <a:lstStyle/>
          <a:p>
            <a:pPr marL="0" indent="0" algn="just">
              <a:buNone/>
            </a:pPr>
            <a:r>
              <a:rPr lang="en-US" b="1" dirty="0">
                <a:latin typeface="Times New Roman" panose="02020603050405020304" pitchFamily="18" charset="0"/>
                <a:cs typeface="Times New Roman" panose="02020603050405020304" pitchFamily="18" charset="0"/>
              </a:rPr>
              <a:t>It</a:t>
            </a:r>
            <a:r>
              <a:rPr lang="en-US" dirty="0">
                <a:latin typeface="Times New Roman" panose="02020603050405020304" pitchFamily="18" charset="0"/>
                <a:cs typeface="Times New Roman" panose="02020603050405020304" pitchFamily="18" charset="0"/>
              </a:rPr>
              <a:t> is crucial when dealing with persistent or overwhelming health issues, whether physical or mental. While self-care practices and lifestyle changes can be helpful, a doctor’s expertise is essential for diagnosing underlying conditions and providing tailored treatment plans. If you’re experiencing prolonged discomfort, unexplained symptoms, or heightened emotional distress, it’s important not to ignore these signals. Consulting a healthcare professional can offer clarity, guide you toward appropriate solutions, and help prevent potential complications. Seeking medical advice early can lead to better outcomes, ensuring you get the right support to regain your well-being.</a:t>
            </a:r>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841E9F95-0012-56F4-2804-08C1539C21D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87492" y="4774943"/>
            <a:ext cx="2970373" cy="2083057"/>
          </a:xfrm>
          <a:prstGeom prst="rect">
            <a:avLst/>
          </a:prstGeom>
        </p:spPr>
      </p:pic>
    </p:spTree>
    <p:extLst>
      <p:ext uri="{BB962C8B-B14F-4D97-AF65-F5344CB8AC3E}">
        <p14:creationId xmlns:p14="http://schemas.microsoft.com/office/powerpoint/2010/main" val="20353316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716E9C-3874-59E2-6EB9-57F41175272B}"/>
              </a:ext>
            </a:extLst>
          </p:cNvPr>
          <p:cNvSpPr>
            <a:spLocks noGrp="1"/>
          </p:cNvSpPr>
          <p:nvPr>
            <p:ph type="title"/>
          </p:nvPr>
        </p:nvSpPr>
        <p:spPr/>
        <p:txBody>
          <a:bodyPr/>
          <a:lstStyle/>
          <a:p>
            <a:pPr algn="ctr"/>
            <a:r>
              <a:rPr lang="en-US" b="1" dirty="0">
                <a:latin typeface="+mn-lt"/>
              </a:rPr>
              <a:t>Child Therapy</a:t>
            </a:r>
            <a:endParaRPr lang="en-IN" dirty="0">
              <a:latin typeface="+mn-lt"/>
            </a:endParaRPr>
          </a:p>
        </p:txBody>
      </p:sp>
      <p:sp>
        <p:nvSpPr>
          <p:cNvPr id="3" name="Content Placeholder 2">
            <a:extLst>
              <a:ext uri="{FF2B5EF4-FFF2-40B4-BE49-F238E27FC236}">
                <a16:creationId xmlns:a16="http://schemas.microsoft.com/office/drawing/2014/main" id="{7E3373DE-754A-50D8-5589-4DF951143158}"/>
              </a:ext>
            </a:extLst>
          </p:cNvPr>
          <p:cNvSpPr>
            <a:spLocks noGrp="1"/>
          </p:cNvSpPr>
          <p:nvPr>
            <p:ph idx="1"/>
          </p:nvPr>
        </p:nvSpPr>
        <p:spPr>
          <a:xfrm>
            <a:off x="0" y="1510991"/>
            <a:ext cx="12192000" cy="5224105"/>
          </a:xfrm>
        </p:spPr>
        <p:txBody>
          <a:bodyPr>
            <a:normAutofit/>
          </a:bodyPr>
          <a:lstStyle/>
          <a:p>
            <a:pPr marL="0" indent="0" algn="just">
              <a:buNone/>
            </a:pPr>
            <a:r>
              <a:rPr lang="en-US" sz="2400" dirty="0">
                <a:latin typeface="Times New Roman" panose="02020603050405020304" pitchFamily="18" charset="0"/>
                <a:cs typeface="Times New Roman" panose="02020603050405020304" pitchFamily="18" charset="0"/>
              </a:rPr>
              <a:t>Is a specialized approach designed to support the mental and emotional well-being of children. Their innocence and natural curiosity can often bring joy and help adults momentarily forget about their worries. However, children themselves may sometimes need help navigating their own emotions and experiences. Child therapy provides a safe space for young minds to express themselves, process their feelings, and develop healthy coping strategies. Through play, art, storytelling, and gentle conversation, therapists help children understand and manage their emotions. This type of therapy not only addresses specific issues but also nurtures resilience, boosting a child’s confidence  supporting their overall development.</a:t>
            </a:r>
            <a:endParaRPr lang="en-IN" sz="24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CFA1BFFF-5E61-D9EC-75AE-FE0F7CA5C07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88740" y="4289235"/>
            <a:ext cx="3172460" cy="2537968"/>
          </a:xfrm>
          <a:prstGeom prst="rect">
            <a:avLst/>
          </a:prstGeom>
        </p:spPr>
      </p:pic>
    </p:spTree>
    <p:extLst>
      <p:ext uri="{BB962C8B-B14F-4D97-AF65-F5344CB8AC3E}">
        <p14:creationId xmlns:p14="http://schemas.microsoft.com/office/powerpoint/2010/main" val="4385282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29AC7B-F7F4-A459-7B65-B1138895CF49}"/>
              </a:ext>
            </a:extLst>
          </p:cNvPr>
          <p:cNvSpPr>
            <a:spLocks noGrp="1"/>
          </p:cNvSpPr>
          <p:nvPr>
            <p:ph type="title"/>
          </p:nvPr>
        </p:nvSpPr>
        <p:spPr/>
        <p:txBody>
          <a:bodyPr/>
          <a:lstStyle/>
          <a:p>
            <a:pPr algn="ctr"/>
            <a:r>
              <a:rPr lang="en-US" b="1" dirty="0">
                <a:latin typeface="+mn-lt"/>
              </a:rPr>
              <a:t>Spiritual Therapy</a:t>
            </a:r>
            <a:endParaRPr lang="en-IN" dirty="0">
              <a:latin typeface="+mn-lt"/>
            </a:endParaRPr>
          </a:p>
        </p:txBody>
      </p:sp>
      <p:sp>
        <p:nvSpPr>
          <p:cNvPr id="3" name="Content Placeholder 2">
            <a:extLst>
              <a:ext uri="{FF2B5EF4-FFF2-40B4-BE49-F238E27FC236}">
                <a16:creationId xmlns:a16="http://schemas.microsoft.com/office/drawing/2014/main" id="{5D53F715-BF86-132F-F975-2F74520CB7CF}"/>
              </a:ext>
            </a:extLst>
          </p:cNvPr>
          <p:cNvSpPr>
            <a:spLocks noGrp="1"/>
          </p:cNvSpPr>
          <p:nvPr>
            <p:ph idx="1"/>
          </p:nvPr>
        </p:nvSpPr>
        <p:spPr>
          <a:xfrm>
            <a:off x="0" y="1481495"/>
            <a:ext cx="12192000" cy="5243769"/>
          </a:xfrm>
        </p:spPr>
        <p:txBody>
          <a:bodyPr>
            <a:normAutofit/>
          </a:bodyPr>
          <a:lstStyle/>
          <a:p>
            <a:pPr marL="0" indent="0" algn="just">
              <a:buNone/>
            </a:pPr>
            <a:r>
              <a:rPr lang="en-US" b="1" dirty="0">
                <a:latin typeface="Times New Roman" panose="02020603050405020304" pitchFamily="18" charset="0"/>
                <a:cs typeface="Times New Roman" panose="02020603050405020304" pitchFamily="18" charset="0"/>
              </a:rPr>
              <a:t>It </a:t>
            </a:r>
            <a:r>
              <a:rPr lang="en-US" dirty="0">
                <a:latin typeface="Times New Roman" panose="02020603050405020304" pitchFamily="18" charset="0"/>
                <a:cs typeface="Times New Roman" panose="02020603050405020304" pitchFamily="18" charset="0"/>
              </a:rPr>
              <a:t>is an approach that focuses on nurturing the soul and fostering a deeper connection to one's inner self and the universe. It emphasizes mindfulness, helping individuals to become more aware of their thoughts, emotions, and actions. By engaging in spiritual practices such as meditation, prayer, or reflection, spiritual therapy encourages individuals to gain clarity, find purpose, and develop a sense of peace. It teaches you to cultivate positive thinking, release negative patterns, and achieve emotional balance. Through this process, you learn to quiet the mind, embrace the present moment, and connect with a higher sense of meaning, leading to greater emotional and spiritual well-being.</a:t>
            </a:r>
            <a:endParaRPr lang="en-IN"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4A011192-093E-6CCE-18EB-77F69E10AEE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79920" y="4640996"/>
            <a:ext cx="2550160" cy="2229029"/>
          </a:xfrm>
          <a:prstGeom prst="rect">
            <a:avLst/>
          </a:prstGeom>
        </p:spPr>
      </p:pic>
    </p:spTree>
    <p:extLst>
      <p:ext uri="{BB962C8B-B14F-4D97-AF65-F5344CB8AC3E}">
        <p14:creationId xmlns:p14="http://schemas.microsoft.com/office/powerpoint/2010/main" val="24027223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B414C7-B5D7-AF3D-7413-1020DA602192}"/>
              </a:ext>
            </a:extLst>
          </p:cNvPr>
          <p:cNvSpPr>
            <a:spLocks noGrp="1"/>
          </p:cNvSpPr>
          <p:nvPr>
            <p:ph type="title"/>
          </p:nvPr>
        </p:nvSpPr>
        <p:spPr/>
        <p:txBody>
          <a:bodyPr/>
          <a:lstStyle/>
          <a:p>
            <a:pPr algn="ctr"/>
            <a:r>
              <a:rPr lang="en-US" b="1" dirty="0">
                <a:latin typeface="+mn-lt"/>
              </a:rPr>
              <a:t>Special Therapy</a:t>
            </a:r>
            <a:endParaRPr lang="en-IN" dirty="0">
              <a:latin typeface="+mn-lt"/>
            </a:endParaRPr>
          </a:p>
        </p:txBody>
      </p:sp>
      <p:sp>
        <p:nvSpPr>
          <p:cNvPr id="3" name="Content Placeholder 2">
            <a:extLst>
              <a:ext uri="{FF2B5EF4-FFF2-40B4-BE49-F238E27FC236}">
                <a16:creationId xmlns:a16="http://schemas.microsoft.com/office/drawing/2014/main" id="{0AF3FF2B-CC11-34B1-0E4D-EEFBADBEA8F0}"/>
              </a:ext>
            </a:extLst>
          </p:cNvPr>
          <p:cNvSpPr>
            <a:spLocks noGrp="1"/>
          </p:cNvSpPr>
          <p:nvPr>
            <p:ph idx="1"/>
          </p:nvPr>
        </p:nvSpPr>
        <p:spPr>
          <a:xfrm>
            <a:off x="140110" y="1442166"/>
            <a:ext cx="11983064" cy="5415833"/>
          </a:xfrm>
        </p:spPr>
        <p:txBody>
          <a:bodyPr>
            <a:normAutofit/>
          </a:bodyPr>
          <a:lstStyle/>
          <a:p>
            <a:pPr marL="0" indent="0" algn="just">
              <a:buNone/>
            </a:pPr>
            <a:r>
              <a:rPr lang="en-US" b="1" dirty="0">
                <a:latin typeface="Times New Roman" panose="02020603050405020304" pitchFamily="18" charset="0"/>
                <a:cs typeface="Times New Roman" panose="02020603050405020304" pitchFamily="18" charset="0"/>
              </a:rPr>
              <a:t>It </a:t>
            </a:r>
            <a:r>
              <a:rPr lang="en-US" dirty="0">
                <a:latin typeface="Times New Roman" panose="02020603050405020304" pitchFamily="18" charset="0"/>
                <a:cs typeface="Times New Roman" panose="02020603050405020304" pitchFamily="18" charset="0"/>
              </a:rPr>
              <a:t>is designed for individuals who require personalized care and tailored support to address specific challenges. Whether dealing with physical, emotional, or psychological difficulties, special therapy provides the attention and resources needed to aid in healing and personal growth. If you feel overwhelmed or need extra assistance, this therapy offers a compassionate space where professionals can work with you one-on-one, understanding your unique needs. Through specialized techniques, therapies, and interventions, we ensure that you receive the care and guidance you need, helping you feel empowered and supported on your journey to recovery and well-being.</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405293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953408-9B5E-5F5C-7477-6C2FBC246BF3}"/>
              </a:ext>
            </a:extLst>
          </p:cNvPr>
          <p:cNvSpPr>
            <a:spLocks noGrp="1"/>
          </p:cNvSpPr>
          <p:nvPr>
            <p:ph type="title"/>
          </p:nvPr>
        </p:nvSpPr>
        <p:spPr>
          <a:xfrm>
            <a:off x="395748" y="2547886"/>
            <a:ext cx="10515600" cy="1325563"/>
          </a:xfrm>
        </p:spPr>
        <p:txBody>
          <a:bodyPr>
            <a:noAutofit/>
          </a:bodyPr>
          <a:lstStyle/>
          <a:p>
            <a:pPr algn="ctr"/>
            <a:r>
              <a:rPr lang="en-IN" sz="12000" b="1" dirty="0">
                <a:latin typeface="+mn-lt"/>
              </a:rPr>
              <a:t>Thanks!</a:t>
            </a:r>
          </a:p>
        </p:txBody>
      </p:sp>
    </p:spTree>
    <p:extLst>
      <p:ext uri="{BB962C8B-B14F-4D97-AF65-F5344CB8AC3E}">
        <p14:creationId xmlns:p14="http://schemas.microsoft.com/office/powerpoint/2010/main" val="134267621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114</TotalTime>
  <Words>1330</Words>
  <Application>Microsoft Office PowerPoint</Application>
  <PresentationFormat>Widescreen</PresentationFormat>
  <Paragraphs>69</Paragraphs>
  <Slides>17</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Calibri Light</vt:lpstr>
      <vt:lpstr>Times New Roman</vt:lpstr>
      <vt:lpstr>Office Theme</vt:lpstr>
      <vt:lpstr>PowerPoint Presentation</vt:lpstr>
      <vt:lpstr>About Team </vt:lpstr>
      <vt:lpstr>IDEA TITLE </vt:lpstr>
      <vt:lpstr>TECHNICAL APPROACH </vt:lpstr>
      <vt:lpstr>Snapshot and Images</vt:lpstr>
      <vt:lpstr>FEASIBILITY AND VIABILITY</vt:lpstr>
      <vt:lpstr>IMPACT AND BENEFITS</vt:lpstr>
      <vt:lpstr>Audio Therapy</vt:lpstr>
      <vt:lpstr>Reading Therapy</vt:lpstr>
      <vt:lpstr>Yoga Therapy</vt:lpstr>
      <vt:lpstr>Laughing Therapy</vt:lpstr>
      <vt:lpstr>Talking Therapy</vt:lpstr>
      <vt:lpstr>Consulting a Doctor</vt:lpstr>
      <vt:lpstr>Child Therapy</vt:lpstr>
      <vt:lpstr>Spiritual Therapy</vt:lpstr>
      <vt:lpstr>Special Therapy</vt:lpstr>
      <vt:lpstr>Thanks!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Nirmal Todwal</dc:creator>
  <cp:lastModifiedBy>Nirmal Todwal</cp:lastModifiedBy>
  <cp:revision>6</cp:revision>
  <dcterms:created xsi:type="dcterms:W3CDTF">2024-11-12T18:25:16Z</dcterms:created>
  <dcterms:modified xsi:type="dcterms:W3CDTF">2025-12-19T19:22:15Z</dcterms:modified>
</cp:coreProperties>
</file>